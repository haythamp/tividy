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9" r:id="rId2"/>
    <p:sldId id="281" r:id="rId3"/>
    <p:sldId id="280" r:id="rId4"/>
    <p:sldId id="258" r:id="rId5"/>
    <p:sldId id="259" r:id="rId6"/>
    <p:sldId id="290" r:id="rId7"/>
    <p:sldId id="292" r:id="rId8"/>
    <p:sldId id="309" r:id="rId9"/>
    <p:sldId id="295" r:id="rId10"/>
    <p:sldId id="293" r:id="rId11"/>
    <p:sldId id="310" r:id="rId12"/>
    <p:sldId id="296" r:id="rId13"/>
    <p:sldId id="297" r:id="rId14"/>
    <p:sldId id="298" r:id="rId15"/>
    <p:sldId id="303" r:id="rId16"/>
    <p:sldId id="304" r:id="rId17"/>
    <p:sldId id="301" r:id="rId18"/>
    <p:sldId id="302" r:id="rId19"/>
    <p:sldId id="305" r:id="rId20"/>
    <p:sldId id="307" r:id="rId21"/>
    <p:sldId id="308" r:id="rId22"/>
    <p:sldId id="282" r:id="rId23"/>
    <p:sldId id="283" r:id="rId24"/>
    <p:sldId id="273" r:id="rId25"/>
    <p:sldId id="285" r:id="rId26"/>
    <p:sldId id="288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82C"/>
    <a:srgbClr val="6B7079"/>
    <a:srgbClr val="EDE5BE"/>
    <a:srgbClr val="2B5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A13E4-84F3-43FC-B687-81233BD79C66}" v="126" dt="2026-11-01T21:17:02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84" autoAdjust="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T Haripersad" userId="12083531-83ae-4401-9fea-e4209e9c256a" providerId="ADAL" clId="{19DBB87E-3351-407B-8D60-D29D8397A8BE}"/>
    <pc:docChg chg="undo redo custSel addSld delSld modSld sldOrd">
      <pc:chgData name="Mr. T Haripersad" userId="12083531-83ae-4401-9fea-e4209e9c256a" providerId="ADAL" clId="{19DBB87E-3351-407B-8D60-D29D8397A8BE}" dt="2026-11-01T21:17:29.151" v="781" actId="1036"/>
      <pc:docMkLst>
        <pc:docMk/>
      </pc:docMkLst>
      <pc:sldChg chg="modNotesTx">
        <pc:chgData name="Mr. T Haripersad" userId="12083531-83ae-4401-9fea-e4209e9c256a" providerId="ADAL" clId="{19DBB87E-3351-407B-8D60-D29D8397A8BE}" dt="2026-11-01T18:33:29.321" v="204" actId="12"/>
        <pc:sldMkLst>
          <pc:docMk/>
          <pc:sldMk cId="0" sldId="258"/>
        </pc:sldMkLst>
      </pc:sldChg>
      <pc:sldChg chg="addSp delSp modSp mod modNotesTx">
        <pc:chgData name="Mr. T Haripersad" userId="12083531-83ae-4401-9fea-e4209e9c256a" providerId="ADAL" clId="{19DBB87E-3351-407B-8D60-D29D8397A8BE}" dt="2026-11-01T20:06:33.409" v="582"/>
        <pc:sldMkLst>
          <pc:docMk/>
          <pc:sldMk cId="0" sldId="259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Mr. T Haripersad" userId="12083531-83ae-4401-9fea-e4209e9c256a" providerId="ADAL" clId="{19DBB87E-3351-407B-8D60-D29D8397A8BE}" dt="2026-11-01T11:39:03.865" v="4" actId="164"/>
          <ac:spMkLst>
            <pc:docMk/>
            <pc:sldMk cId="0" sldId="259"/>
            <ac:spMk id="31" creationId="{D9C3D5F0-9AC6-6222-5B68-8006A3BB6964}"/>
          </ac:spMkLst>
        </pc:spChg>
        <pc:spChg chg="add mod">
          <ac:chgData name="Mr. T Haripersad" userId="12083531-83ae-4401-9fea-e4209e9c256a" providerId="ADAL" clId="{19DBB87E-3351-407B-8D60-D29D8397A8BE}" dt="2026-11-01T11:39:03.865" v="4" actId="164"/>
          <ac:spMkLst>
            <pc:docMk/>
            <pc:sldMk cId="0" sldId="259"/>
            <ac:spMk id="32" creationId="{A434EF65-DC82-EBFF-57C9-33B4857831AE}"/>
          </ac:spMkLst>
        </pc:spChg>
        <pc:spChg chg="add del mod">
          <ac:chgData name="Mr. T Haripersad" userId="12083531-83ae-4401-9fea-e4209e9c256a" providerId="ADAL" clId="{19DBB87E-3351-407B-8D60-D29D8397A8BE}" dt="2026-11-01T19:45:34.121" v="378" actId="478"/>
          <ac:spMkLst>
            <pc:docMk/>
            <pc:sldMk cId="0" sldId="259"/>
            <ac:spMk id="35" creationId="{DEE6E76D-2A4C-D814-CBED-B2DFD0D56965}"/>
          </ac:spMkLst>
        </pc:spChg>
        <pc:spChg chg="add mod">
          <ac:chgData name="Mr. T Haripersad" userId="12083531-83ae-4401-9fea-e4209e9c256a" providerId="ADAL" clId="{19DBB87E-3351-407B-8D60-D29D8397A8BE}" dt="2026-11-01T19:34:04.892" v="325" actId="20577"/>
          <ac:spMkLst>
            <pc:docMk/>
            <pc:sldMk cId="0" sldId="259"/>
            <ac:spMk id="37" creationId="{82E8A4B0-6229-0E33-C9B5-B936EF091EAA}"/>
          </ac:spMkLst>
        </pc:spChg>
        <pc:grpChg chg="add mod">
          <ac:chgData name="Mr. T Haripersad" userId="12083531-83ae-4401-9fea-e4209e9c256a" providerId="ADAL" clId="{19DBB87E-3351-407B-8D60-D29D8397A8BE}" dt="2026-11-01T19:45:23.238" v="376" actId="14100"/>
          <ac:grpSpMkLst>
            <pc:docMk/>
            <pc:sldMk cId="0" sldId="259"/>
            <ac:grpSpMk id="38" creationId="{FBC2C2D9-B227-3EE9-A98D-8CDD8D9455EE}"/>
          </ac:grpSpMkLst>
        </pc:grpChg>
        <pc:graphicFrameChg chg="add del mod">
          <ac:chgData name="Mr. T Haripersad" userId="12083531-83ae-4401-9fea-e4209e9c256a" providerId="ADAL" clId="{19DBB87E-3351-407B-8D60-D29D8397A8BE}" dt="2026-11-01T19:44:06.359" v="368" actId="478"/>
          <ac:graphicFrameMkLst>
            <pc:docMk/>
            <pc:sldMk cId="0" sldId="259"/>
            <ac:graphicFrameMk id="5" creationId="{94F92C37-FBD3-676E-8BDD-42868029B9D3}"/>
          </ac:graphicFrameMkLst>
        </pc:graphicFrameChg>
        <pc:graphicFrameChg chg="add del mod">
          <ac:chgData name="Mr. T Haripersad" userId="12083531-83ae-4401-9fea-e4209e9c256a" providerId="ADAL" clId="{19DBB87E-3351-407B-8D60-D29D8397A8BE}" dt="2026-11-01T19:44:18.240" v="370" actId="478"/>
          <ac:graphicFrameMkLst>
            <pc:docMk/>
            <pc:sldMk cId="0" sldId="259"/>
            <ac:graphicFrameMk id="10" creationId="{3E8C278D-9C0C-6871-E6F3-54981454D320}"/>
          </ac:graphicFrameMkLst>
        </pc:graphicFrameChg>
        <pc:picChg chg="add del mod ord">
          <ac:chgData name="Mr. T Haripersad" userId="12083531-83ae-4401-9fea-e4209e9c256a" providerId="ADAL" clId="{19DBB87E-3351-407B-8D60-D29D8397A8BE}" dt="2026-11-01T19:49:49.137" v="408" actId="21"/>
          <ac:picMkLst>
            <pc:docMk/>
            <pc:sldMk cId="0" sldId="259"/>
            <ac:picMk id="12" creationId="{405AF5A9-004D-D251-8F48-F3540B919485}"/>
          </ac:picMkLst>
        </pc:picChg>
        <pc:cxnChg chg="add del mod">
          <ac:chgData name="Mr. T Haripersad" userId="12083531-83ae-4401-9fea-e4209e9c256a" providerId="ADAL" clId="{19DBB87E-3351-407B-8D60-D29D8397A8BE}" dt="2026-11-01T19:45:39.123" v="380" actId="478"/>
          <ac:cxnSpMkLst>
            <pc:docMk/>
            <pc:sldMk cId="0" sldId="259"/>
            <ac:cxnSpMk id="33" creationId="{E1ED5637-D548-C806-241C-CD31AB4C7187}"/>
          </ac:cxnSpMkLst>
        </pc:cxnChg>
        <pc:cxnChg chg="add del mod">
          <ac:chgData name="Mr. T Haripersad" userId="12083531-83ae-4401-9fea-e4209e9c256a" providerId="ADAL" clId="{19DBB87E-3351-407B-8D60-D29D8397A8BE}" dt="2026-11-01T19:45:36.635" v="379" actId="478"/>
          <ac:cxnSpMkLst>
            <pc:docMk/>
            <pc:sldMk cId="0" sldId="259"/>
            <ac:cxnSpMk id="34" creationId="{73226F17-42E9-62FB-A55C-77EB8A46DAE3}"/>
          </ac:cxnSpMkLst>
        </pc:cxnChg>
        <pc:cxnChg chg="add mod">
          <ac:chgData name="Mr. T Haripersad" userId="12083531-83ae-4401-9fea-e4209e9c256a" providerId="ADAL" clId="{19DBB87E-3351-407B-8D60-D29D8397A8BE}" dt="2026-11-01T11:39:03.865" v="4" actId="164"/>
          <ac:cxnSpMkLst>
            <pc:docMk/>
            <pc:sldMk cId="0" sldId="259"/>
            <ac:cxnSpMk id="36" creationId="{31404744-0AB6-B9F4-0D41-E99D7A5D6E7D}"/>
          </ac:cxnSpMkLst>
        </pc:cxnChg>
      </pc:sldChg>
      <pc:sldChg chg="modNotesTx">
        <pc:chgData name="Mr. T Haripersad" userId="12083531-83ae-4401-9fea-e4209e9c256a" providerId="ADAL" clId="{19DBB87E-3351-407B-8D60-D29D8397A8BE}" dt="2026-11-01T18:32:09.766" v="193" actId="20577"/>
        <pc:sldMkLst>
          <pc:docMk/>
          <pc:sldMk cId="2728172457" sldId="279"/>
        </pc:sldMkLst>
      </pc:sldChg>
      <pc:sldChg chg="addSp delSp modSp mod modNotesTx">
        <pc:chgData name="Mr. T Haripersad" userId="12083531-83ae-4401-9fea-e4209e9c256a" providerId="ADAL" clId="{19DBB87E-3351-407B-8D60-D29D8397A8BE}" dt="2026-11-01T19:37:18.514" v="364" actId="171"/>
        <pc:sldMkLst>
          <pc:docMk/>
          <pc:sldMk cId="4179978327" sldId="280"/>
        </pc:sldMkLst>
        <pc:spChg chg="mod">
          <ac:chgData name="Mr. T Haripersad" userId="12083531-83ae-4401-9fea-e4209e9c256a" providerId="ADAL" clId="{19DBB87E-3351-407B-8D60-D29D8397A8BE}" dt="2026-11-01T18:16:20.487" v="82" actId="164"/>
          <ac:spMkLst>
            <pc:docMk/>
            <pc:sldMk cId="4179978327" sldId="280"/>
            <ac:spMk id="52" creationId="{A3F2A812-ECA0-1EB4-3D88-93E2019AF3C8}"/>
          </ac:spMkLst>
        </pc:spChg>
        <pc:spChg chg="mod">
          <ac:chgData name="Mr. T Haripersad" userId="12083531-83ae-4401-9fea-e4209e9c256a" providerId="ADAL" clId="{19DBB87E-3351-407B-8D60-D29D8397A8BE}" dt="2026-11-01T18:16:54.250" v="85" actId="207"/>
          <ac:spMkLst>
            <pc:docMk/>
            <pc:sldMk cId="4179978327" sldId="280"/>
            <ac:spMk id="65" creationId="{53987B6F-149B-C8E0-D18F-1B91D3BAF9BF}"/>
          </ac:spMkLst>
        </pc:spChg>
        <pc:grpChg chg="add mod">
          <ac:chgData name="Mr. T Haripersad" userId="12083531-83ae-4401-9fea-e4209e9c256a" providerId="ADAL" clId="{19DBB87E-3351-407B-8D60-D29D8397A8BE}" dt="2026-11-01T18:16:32.215" v="84" actId="14100"/>
          <ac:grpSpMkLst>
            <pc:docMk/>
            <pc:sldMk cId="4179978327" sldId="280"/>
            <ac:grpSpMk id="5" creationId="{A273A4D5-B09A-6C38-F513-F26EBD810BB7}"/>
          </ac:grpSpMkLst>
        </pc:grpChg>
        <pc:picChg chg="add del mod ord">
          <ac:chgData name="Mr. T Haripersad" userId="12083531-83ae-4401-9fea-e4209e9c256a" providerId="ADAL" clId="{19DBB87E-3351-407B-8D60-D29D8397A8BE}" dt="2026-11-01T19:37:02.314" v="355" actId="478"/>
          <ac:picMkLst>
            <pc:docMk/>
            <pc:sldMk cId="4179978327" sldId="280"/>
            <ac:picMk id="4" creationId="{9B319B81-8B3F-2D1B-1B31-B2F1E527382E}"/>
          </ac:picMkLst>
        </pc:picChg>
        <pc:picChg chg="add mod ord">
          <ac:chgData name="Mr. T Haripersad" userId="12083531-83ae-4401-9fea-e4209e9c256a" providerId="ADAL" clId="{19DBB87E-3351-407B-8D60-D29D8397A8BE}" dt="2026-11-01T19:37:18.514" v="364" actId="171"/>
          <ac:picMkLst>
            <pc:docMk/>
            <pc:sldMk cId="4179978327" sldId="280"/>
            <ac:picMk id="7" creationId="{3BBDBC71-DCA5-3CCC-D7AB-280FF055EEEB}"/>
          </ac:picMkLst>
        </pc:picChg>
        <pc:picChg chg="del mod">
          <ac:chgData name="Mr. T Haripersad" userId="12083531-83ae-4401-9fea-e4209e9c256a" providerId="ADAL" clId="{19DBB87E-3351-407B-8D60-D29D8397A8BE}" dt="2026-11-01T18:15:28.073" v="70" actId="478"/>
          <ac:picMkLst>
            <pc:docMk/>
            <pc:sldMk cId="4179978327" sldId="280"/>
            <ac:picMk id="63" creationId="{599A7629-ACCC-F519-CE1F-4EE73E24FE1C}"/>
          </ac:picMkLst>
        </pc:picChg>
      </pc:sldChg>
      <pc:sldChg chg="addSp modSp modAnim modNotesTx">
        <pc:chgData name="Mr. T Haripersad" userId="12083531-83ae-4401-9fea-e4209e9c256a" providerId="ADAL" clId="{19DBB87E-3351-407B-8D60-D29D8397A8BE}" dt="2026-11-01T18:32:36.810" v="202" actId="6549"/>
        <pc:sldMkLst>
          <pc:docMk/>
          <pc:sldMk cId="1662258926" sldId="281"/>
        </pc:sldMkLst>
        <pc:spChg chg="mod">
          <ac:chgData name="Mr. T Haripersad" userId="12083531-83ae-4401-9fea-e4209e9c256a" providerId="ADAL" clId="{19DBB87E-3351-407B-8D60-D29D8397A8BE}" dt="2026-10-31T21:53:03.463" v="1"/>
          <ac:spMkLst>
            <pc:docMk/>
            <pc:sldMk cId="1662258926" sldId="281"/>
            <ac:spMk id="28" creationId="{76A2643E-8B91-ABF8-30C2-1FA3D261539A}"/>
          </ac:spMkLst>
        </pc:spChg>
        <pc:spChg chg="mod">
          <ac:chgData name="Mr. T Haripersad" userId="12083531-83ae-4401-9fea-e4209e9c256a" providerId="ADAL" clId="{19DBB87E-3351-407B-8D60-D29D8397A8BE}" dt="2026-10-31T21:53:03.463" v="1"/>
          <ac:spMkLst>
            <pc:docMk/>
            <pc:sldMk cId="1662258926" sldId="281"/>
            <ac:spMk id="29" creationId="{47D7B000-E578-B31E-4E1A-0E5ACC1329AE}"/>
          </ac:spMkLst>
        </pc:spChg>
        <pc:grpChg chg="add mod">
          <ac:chgData name="Mr. T Haripersad" userId="12083531-83ae-4401-9fea-e4209e9c256a" providerId="ADAL" clId="{19DBB87E-3351-407B-8D60-D29D8397A8BE}" dt="2026-10-31T21:53:03.463" v="1"/>
          <ac:grpSpMkLst>
            <pc:docMk/>
            <pc:sldMk cId="1662258926" sldId="281"/>
            <ac:grpSpMk id="26" creationId="{D752A73F-C404-7239-7EE6-383F4AB7D7D2}"/>
          </ac:grpSpMkLst>
        </pc:grpChg>
        <pc:picChg chg="mod">
          <ac:chgData name="Mr. T Haripersad" userId="12083531-83ae-4401-9fea-e4209e9c256a" providerId="ADAL" clId="{19DBB87E-3351-407B-8D60-D29D8397A8BE}" dt="2026-10-31T21:53:03.463" v="1"/>
          <ac:picMkLst>
            <pc:docMk/>
            <pc:sldMk cId="1662258926" sldId="281"/>
            <ac:picMk id="27" creationId="{B51331E9-79AB-E8E2-6602-5D02B4CADFE7}"/>
          </ac:picMkLst>
        </pc:picChg>
      </pc:sldChg>
      <pc:sldChg chg="modNotesTx">
        <pc:chgData name="Mr. T Haripersad" userId="12083531-83ae-4401-9fea-e4209e9c256a" providerId="ADAL" clId="{19DBB87E-3351-407B-8D60-D29D8397A8BE}" dt="2026-11-01T18:40:18.332" v="250" actId="12"/>
        <pc:sldMkLst>
          <pc:docMk/>
          <pc:sldMk cId="1760178290" sldId="282"/>
        </pc:sldMkLst>
      </pc:sldChg>
      <pc:sldChg chg="modNotesTx">
        <pc:chgData name="Mr. T Haripersad" userId="12083531-83ae-4401-9fea-e4209e9c256a" providerId="ADAL" clId="{19DBB87E-3351-407B-8D60-D29D8397A8BE}" dt="2026-11-01T18:40:43.601" v="251" actId="12"/>
        <pc:sldMkLst>
          <pc:docMk/>
          <pc:sldMk cId="1358151262" sldId="283"/>
        </pc:sldMkLst>
      </pc:sldChg>
      <pc:sldChg chg="add">
        <pc:chgData name="Mr. T Haripersad" userId="12083531-83ae-4401-9fea-e4209e9c256a" providerId="ADAL" clId="{19DBB87E-3351-407B-8D60-D29D8397A8BE}" dt="2026-10-31T20:20:48.823" v="0"/>
        <pc:sldMkLst>
          <pc:docMk/>
          <pc:sldMk cId="909409935" sldId="289"/>
        </pc:sldMkLst>
      </pc:sldChg>
      <pc:sldChg chg="addSp delSp modSp add mod modNotesTx">
        <pc:chgData name="Mr. T Haripersad" userId="12083531-83ae-4401-9fea-e4209e9c256a" providerId="ADAL" clId="{19DBB87E-3351-407B-8D60-D29D8397A8BE}" dt="2026-11-01T20:06:33.409" v="582"/>
        <pc:sldMkLst>
          <pc:docMk/>
          <pc:sldMk cId="1832466719" sldId="290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1832466719" sldId="290"/>
            <ac:spMk id="8" creationId="{09D660BC-7744-AA45-DE9D-0BC78F7BA6A2}"/>
          </ac:spMkLst>
        </pc:spChg>
        <pc:spChg chg="mod">
          <ac:chgData name="Mr. T Haripersad" userId="12083531-83ae-4401-9fea-e4209e9c256a" providerId="ADAL" clId="{19DBB87E-3351-407B-8D60-D29D8397A8BE}" dt="2026-11-01T11:45:36.983" v="6"/>
          <ac:spMkLst>
            <pc:docMk/>
            <pc:sldMk cId="1832466719" sldId="290"/>
            <ac:spMk id="9" creationId="{3419867F-EE80-D4CA-689E-8542EC7D8C69}"/>
          </ac:spMkLst>
        </pc:spChg>
        <pc:spChg chg="add del mod">
          <ac:chgData name="Mr. T Haripersad" userId="12083531-83ae-4401-9fea-e4209e9c256a" providerId="ADAL" clId="{19DBB87E-3351-407B-8D60-D29D8397A8BE}" dt="2026-11-01T19:50:02.965" v="413" actId="478"/>
          <ac:spMkLst>
            <pc:docMk/>
            <pc:sldMk cId="1832466719" sldId="290"/>
            <ac:spMk id="10" creationId="{AD06F0AD-C257-5AF0-9F3E-67E746D964DB}"/>
          </ac:spMkLst>
        </pc:spChg>
        <pc:spChg chg="mod">
          <ac:chgData name="Mr. T Haripersad" userId="12083531-83ae-4401-9fea-e4209e9c256a" providerId="ADAL" clId="{19DBB87E-3351-407B-8D60-D29D8397A8BE}" dt="2026-11-01T19:50:05.314" v="414"/>
          <ac:spMkLst>
            <pc:docMk/>
            <pc:sldMk cId="1832466719" sldId="290"/>
            <ac:spMk id="14" creationId="{6B6A6183-468A-8F46-E349-861315F3D00F}"/>
          </ac:spMkLst>
        </pc:spChg>
        <pc:spChg chg="mod">
          <ac:chgData name="Mr. T Haripersad" userId="12083531-83ae-4401-9fea-e4209e9c256a" providerId="ADAL" clId="{19DBB87E-3351-407B-8D60-D29D8397A8BE}" dt="2026-11-01T19:50:05.314" v="414"/>
          <ac:spMkLst>
            <pc:docMk/>
            <pc:sldMk cId="1832466719" sldId="290"/>
            <ac:spMk id="15" creationId="{AC00A8FA-91F0-8B6E-CE15-A90019D3504A}"/>
          </ac:spMkLst>
        </pc:spChg>
        <pc:spChg chg="mod">
          <ac:chgData name="Mr. T Haripersad" userId="12083531-83ae-4401-9fea-e4209e9c256a" providerId="ADAL" clId="{19DBB87E-3351-407B-8D60-D29D8397A8BE}" dt="2026-11-01T19:50:05.314" v="414"/>
          <ac:spMkLst>
            <pc:docMk/>
            <pc:sldMk cId="1832466719" sldId="290"/>
            <ac:spMk id="17" creationId="{302CBC3D-6077-B6C4-3817-4593B96B7E5B}"/>
          </ac:spMkLst>
        </pc:spChg>
        <pc:spChg chg="del">
          <ac:chgData name="Mr. T Haripersad" userId="12083531-83ae-4401-9fea-e4209e9c256a" providerId="ADAL" clId="{19DBB87E-3351-407B-8D60-D29D8397A8BE}" dt="2026-11-01T19:46:44.057" v="381" actId="478"/>
          <ac:spMkLst>
            <pc:docMk/>
            <pc:sldMk cId="1832466719" sldId="290"/>
            <ac:spMk id="35" creationId="{B0B6B0B1-3516-E08C-22F0-F5E30181F2B6}"/>
          </ac:spMkLst>
        </pc:spChg>
        <pc:spChg chg="del">
          <ac:chgData name="Mr. T Haripersad" userId="12083531-83ae-4401-9fea-e4209e9c256a" providerId="ADAL" clId="{19DBB87E-3351-407B-8D60-D29D8397A8BE}" dt="2026-11-01T19:34:16.824" v="326" actId="478"/>
          <ac:spMkLst>
            <pc:docMk/>
            <pc:sldMk cId="1832466719" sldId="290"/>
            <ac:spMk id="37" creationId="{C81C872C-ECD6-7ED8-30E5-FABD8EB1BF1F}"/>
          </ac:spMkLst>
        </pc:spChg>
        <pc:grpChg chg="add mod">
          <ac:chgData name="Mr. T Haripersad" userId="12083531-83ae-4401-9fea-e4209e9c256a" providerId="ADAL" clId="{19DBB87E-3351-407B-8D60-D29D8397A8BE}" dt="2026-11-01T19:50:29.540" v="417" actId="14100"/>
          <ac:grpSpMkLst>
            <pc:docMk/>
            <pc:sldMk cId="1832466719" sldId="290"/>
            <ac:grpSpMk id="13" creationId="{75035847-41D0-EBBC-4F13-33251CB556C8}"/>
          </ac:grpSpMkLst>
        </pc:grpChg>
        <pc:grpChg chg="del mod ord">
          <ac:chgData name="Mr. T Haripersad" userId="12083531-83ae-4401-9fea-e4209e9c256a" providerId="ADAL" clId="{19DBB87E-3351-407B-8D60-D29D8397A8BE}" dt="2026-11-01T19:49:57.604" v="411" actId="478"/>
          <ac:grpSpMkLst>
            <pc:docMk/>
            <pc:sldMk cId="1832466719" sldId="290"/>
            <ac:grpSpMk id="38" creationId="{9D972053-ACC4-0BA5-25E1-5C229C6A7F89}"/>
          </ac:grpSpMkLst>
        </pc:grpChg>
        <pc:picChg chg="add del">
          <ac:chgData name="Mr. T Haripersad" userId="12083531-83ae-4401-9fea-e4209e9c256a" providerId="ADAL" clId="{19DBB87E-3351-407B-8D60-D29D8397A8BE}" dt="2026-11-01T19:49:54.062" v="410" actId="478"/>
          <ac:picMkLst>
            <pc:docMk/>
            <pc:sldMk cId="1832466719" sldId="290"/>
            <ac:picMk id="3" creationId="{1C096A0A-ECCB-AFC5-0AD7-ED6361376F2A}"/>
          </ac:picMkLst>
        </pc:picChg>
        <pc:picChg chg="add mod">
          <ac:chgData name="Mr. T Haripersad" userId="12083531-83ae-4401-9fea-e4209e9c256a" providerId="ADAL" clId="{19DBB87E-3351-407B-8D60-D29D8397A8BE}" dt="2026-11-01T19:48:07.096" v="399" actId="1076"/>
          <ac:picMkLst>
            <pc:docMk/>
            <pc:sldMk cId="1832466719" sldId="290"/>
            <ac:picMk id="12" creationId="{703C36F0-A111-4F34-AE7E-9FD738845CCD}"/>
          </ac:picMkLst>
        </pc:picChg>
        <pc:cxnChg chg="mod">
          <ac:chgData name="Mr. T Haripersad" userId="12083531-83ae-4401-9fea-e4209e9c256a" providerId="ADAL" clId="{19DBB87E-3351-407B-8D60-D29D8397A8BE}" dt="2026-11-01T19:50:05.314" v="414"/>
          <ac:cxnSpMkLst>
            <pc:docMk/>
            <pc:sldMk cId="1832466719" sldId="290"/>
            <ac:cxnSpMk id="16" creationId="{14BFB6CB-CF41-9EFF-A728-54AB687ECB28}"/>
          </ac:cxnSpMkLst>
        </pc:cxnChg>
        <pc:cxnChg chg="del">
          <ac:chgData name="Mr. T Haripersad" userId="12083531-83ae-4401-9fea-e4209e9c256a" providerId="ADAL" clId="{19DBB87E-3351-407B-8D60-D29D8397A8BE}" dt="2026-11-01T19:46:46.497" v="382" actId="478"/>
          <ac:cxnSpMkLst>
            <pc:docMk/>
            <pc:sldMk cId="1832466719" sldId="290"/>
            <ac:cxnSpMk id="33" creationId="{964B4135-F888-4036-77ED-0115890C0F58}"/>
          </ac:cxnSpMkLst>
        </pc:cxnChg>
        <pc:cxnChg chg="del">
          <ac:chgData name="Mr. T Haripersad" userId="12083531-83ae-4401-9fea-e4209e9c256a" providerId="ADAL" clId="{19DBB87E-3351-407B-8D60-D29D8397A8BE}" dt="2026-11-01T19:46:49.035" v="383" actId="478"/>
          <ac:cxnSpMkLst>
            <pc:docMk/>
            <pc:sldMk cId="1832466719" sldId="290"/>
            <ac:cxnSpMk id="34" creationId="{9ACAB4DC-7A5A-0321-D428-06AB4E74D8E5}"/>
          </ac:cxnSpMkLst>
        </pc:cxnChg>
      </pc:sldChg>
      <pc:sldChg chg="modSp add">
        <pc:chgData name="Mr. T Haripersad" userId="12083531-83ae-4401-9fea-e4209e9c256a" providerId="ADAL" clId="{19DBB87E-3351-407B-8D60-D29D8397A8BE}" dt="2026-11-01T11:49:07.141" v="10"/>
        <pc:sldMkLst>
          <pc:docMk/>
          <pc:sldMk cId="1929219424" sldId="291"/>
        </pc:sldMkLst>
        <pc:spChg chg="mod">
          <ac:chgData name="Mr. T Haripersad" userId="12083531-83ae-4401-9fea-e4209e9c256a" providerId="ADAL" clId="{19DBB87E-3351-407B-8D60-D29D8397A8BE}" dt="2026-11-01T11:48:28.232" v="9"/>
          <ac:spMkLst>
            <pc:docMk/>
            <pc:sldMk cId="1929219424" sldId="291"/>
            <ac:spMk id="2" creationId="{F8666E07-5D63-99F4-5BCC-328F76612F6C}"/>
          </ac:spMkLst>
        </pc:spChg>
        <pc:spChg chg="mod">
          <ac:chgData name="Mr. T Haripersad" userId="12083531-83ae-4401-9fea-e4209e9c256a" providerId="ADAL" clId="{19DBB87E-3351-407B-8D60-D29D8397A8BE}" dt="2026-11-01T11:49:07.141" v="10"/>
          <ac:spMkLst>
            <pc:docMk/>
            <pc:sldMk cId="1929219424" sldId="291"/>
            <ac:spMk id="9" creationId="{F31373A0-55C5-FF80-0BC1-FAD341CFF82B}"/>
          </ac:spMkLst>
        </pc:spChg>
      </pc:sldChg>
      <pc:sldChg chg="addSp delSp modSp add mod modNotesTx">
        <pc:chgData name="Mr. T Haripersad" userId="12083531-83ae-4401-9fea-e4209e9c256a" providerId="ADAL" clId="{19DBB87E-3351-407B-8D60-D29D8397A8BE}" dt="2026-11-01T20:06:33.409" v="582"/>
        <pc:sldMkLst>
          <pc:docMk/>
          <pc:sldMk cId="3779385890" sldId="292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3779385890" sldId="292"/>
            <ac:spMk id="8" creationId="{F1A49C5F-21DE-1C9C-3A17-6257B83EDF56}"/>
          </ac:spMkLst>
        </pc:spChg>
        <pc:spChg chg="mod">
          <ac:chgData name="Mr. T Haripersad" userId="12083531-83ae-4401-9fea-e4209e9c256a" providerId="ADAL" clId="{19DBB87E-3351-407B-8D60-D29D8397A8BE}" dt="2026-11-01T11:54:22.066" v="19"/>
          <ac:spMkLst>
            <pc:docMk/>
            <pc:sldMk cId="3779385890" sldId="292"/>
            <ac:spMk id="9" creationId="{C51E850C-58A3-A35C-384E-E2058123AAA6}"/>
          </ac:spMkLst>
        </pc:spChg>
        <pc:spChg chg="add del">
          <ac:chgData name="Mr. T Haripersad" userId="12083531-83ae-4401-9fea-e4209e9c256a" providerId="ADAL" clId="{19DBB87E-3351-407B-8D60-D29D8397A8BE}" dt="2026-11-01T19:52:49.486" v="418" actId="478"/>
          <ac:spMkLst>
            <pc:docMk/>
            <pc:sldMk cId="3779385890" sldId="292"/>
            <ac:spMk id="10" creationId="{66CB218B-12CC-726A-2AF2-2F6BDC463431}"/>
          </ac:spMkLst>
        </pc:spChg>
        <pc:spChg chg="mod">
          <ac:chgData name="Mr. T Haripersad" userId="12083531-83ae-4401-9fea-e4209e9c256a" providerId="ADAL" clId="{19DBB87E-3351-407B-8D60-D29D8397A8BE}" dt="2026-11-01T19:52:50.113" v="419"/>
          <ac:spMkLst>
            <pc:docMk/>
            <pc:sldMk cId="3779385890" sldId="292"/>
            <ac:spMk id="12" creationId="{2370A1E7-67C1-214A-C049-CF51C70F5505}"/>
          </ac:spMkLst>
        </pc:spChg>
        <pc:spChg chg="mod">
          <ac:chgData name="Mr. T Haripersad" userId="12083531-83ae-4401-9fea-e4209e9c256a" providerId="ADAL" clId="{19DBB87E-3351-407B-8D60-D29D8397A8BE}" dt="2026-11-01T19:52:50.113" v="419"/>
          <ac:spMkLst>
            <pc:docMk/>
            <pc:sldMk cId="3779385890" sldId="292"/>
            <ac:spMk id="13" creationId="{D77F01BF-D1AD-3237-1141-41296A510D15}"/>
          </ac:spMkLst>
        </pc:spChg>
        <pc:spChg chg="mod">
          <ac:chgData name="Mr. T Haripersad" userId="12083531-83ae-4401-9fea-e4209e9c256a" providerId="ADAL" clId="{19DBB87E-3351-407B-8D60-D29D8397A8BE}" dt="2026-11-01T19:52:50.113" v="419"/>
          <ac:spMkLst>
            <pc:docMk/>
            <pc:sldMk cId="3779385890" sldId="292"/>
            <ac:spMk id="15" creationId="{39F7013B-F441-46D5-6B88-2051D1FE7FEF}"/>
          </ac:spMkLst>
        </pc:spChg>
        <pc:spChg chg="mod">
          <ac:chgData name="Mr. T Haripersad" userId="12083531-83ae-4401-9fea-e4209e9c256a" providerId="ADAL" clId="{19DBB87E-3351-407B-8D60-D29D8397A8BE}" dt="2026-11-01T11:49:34.128" v="13"/>
          <ac:spMkLst>
            <pc:docMk/>
            <pc:sldMk cId="3779385890" sldId="292"/>
            <ac:spMk id="31" creationId="{7553A983-33EB-ABF0-FE56-E9A9477F46C7}"/>
          </ac:spMkLst>
        </pc:spChg>
        <pc:spChg chg="mod">
          <ac:chgData name="Mr. T Haripersad" userId="12083531-83ae-4401-9fea-e4209e9c256a" providerId="ADAL" clId="{19DBB87E-3351-407B-8D60-D29D8397A8BE}" dt="2026-11-01T11:49:34.128" v="13"/>
          <ac:spMkLst>
            <pc:docMk/>
            <pc:sldMk cId="3779385890" sldId="292"/>
            <ac:spMk id="32" creationId="{8724A481-F81B-BCC7-0BCB-9FA66D8652E0}"/>
          </ac:spMkLst>
        </pc:spChg>
        <pc:spChg chg="mod">
          <ac:chgData name="Mr. T Haripersad" userId="12083531-83ae-4401-9fea-e4209e9c256a" providerId="ADAL" clId="{19DBB87E-3351-407B-8D60-D29D8397A8BE}" dt="2026-11-01T11:49:34.128" v="13"/>
          <ac:spMkLst>
            <pc:docMk/>
            <pc:sldMk cId="3779385890" sldId="292"/>
            <ac:spMk id="35" creationId="{7A7670DC-3685-97A7-ECF1-19F597BABA03}"/>
          </ac:spMkLst>
        </pc:spChg>
        <pc:spChg chg="del mod">
          <ac:chgData name="Mr. T Haripersad" userId="12083531-83ae-4401-9fea-e4209e9c256a" providerId="ADAL" clId="{19DBB87E-3351-407B-8D60-D29D8397A8BE}" dt="2026-11-01T19:34:27.700" v="328" actId="478"/>
          <ac:spMkLst>
            <pc:docMk/>
            <pc:sldMk cId="3779385890" sldId="292"/>
            <ac:spMk id="37" creationId="{1A71EB51-7BD5-987E-4E39-360B8991D0EE}"/>
          </ac:spMkLst>
        </pc:spChg>
        <pc:grpChg chg="add mod ord">
          <ac:chgData name="Mr. T Haripersad" userId="12083531-83ae-4401-9fea-e4209e9c256a" providerId="ADAL" clId="{19DBB87E-3351-407B-8D60-D29D8397A8BE}" dt="2026-11-01T19:54:04.347" v="451" actId="14100"/>
          <ac:grpSpMkLst>
            <pc:docMk/>
            <pc:sldMk cId="3779385890" sldId="292"/>
            <ac:grpSpMk id="11" creationId="{A4F91C87-52C5-6CCB-A498-383F7457E583}"/>
          </ac:grpSpMkLst>
        </pc:grpChg>
        <pc:grpChg chg="del mod">
          <ac:chgData name="Mr. T Haripersad" userId="12083531-83ae-4401-9fea-e4209e9c256a" providerId="ADAL" clId="{19DBB87E-3351-407B-8D60-D29D8397A8BE}" dt="2026-11-01T19:52:49.486" v="418" actId="478"/>
          <ac:grpSpMkLst>
            <pc:docMk/>
            <pc:sldMk cId="3779385890" sldId="292"/>
            <ac:grpSpMk id="38" creationId="{4A3BF2AC-2A12-441E-5CBC-D5EFE8CE0C70}"/>
          </ac:grpSpMkLst>
        </pc:grpChg>
        <pc:picChg chg="mod">
          <ac:chgData name="Mr. T Haripersad" userId="12083531-83ae-4401-9fea-e4209e9c256a" providerId="ADAL" clId="{19DBB87E-3351-407B-8D60-D29D8397A8BE}" dt="2026-11-01T19:54:06.920" v="452" actId="1035"/>
          <ac:picMkLst>
            <pc:docMk/>
            <pc:sldMk cId="3779385890" sldId="292"/>
            <ac:picMk id="3" creationId="{8AADA9F7-1B3B-B5E4-BFBE-DC8E9EC9892C}"/>
          </ac:picMkLst>
        </pc:picChg>
        <pc:picChg chg="add mod">
          <ac:chgData name="Mr. T Haripersad" userId="12083531-83ae-4401-9fea-e4209e9c256a" providerId="ADAL" clId="{19DBB87E-3351-407B-8D60-D29D8397A8BE}" dt="2026-11-01T19:53:56.777" v="450" actId="14100"/>
          <ac:picMkLst>
            <pc:docMk/>
            <pc:sldMk cId="3779385890" sldId="292"/>
            <ac:picMk id="17" creationId="{7510BDC0-84FD-B2E5-C411-A65781B71EA4}"/>
          </ac:picMkLst>
        </pc:picChg>
        <pc:cxnChg chg="mod">
          <ac:chgData name="Mr. T Haripersad" userId="12083531-83ae-4401-9fea-e4209e9c256a" providerId="ADAL" clId="{19DBB87E-3351-407B-8D60-D29D8397A8BE}" dt="2026-11-01T19:52:50.113" v="419"/>
          <ac:cxnSpMkLst>
            <pc:docMk/>
            <pc:sldMk cId="3779385890" sldId="292"/>
            <ac:cxnSpMk id="14" creationId="{B8D52007-2856-6D8D-25F3-672F02E9DA0E}"/>
          </ac:cxnSpMkLst>
        </pc:cxnChg>
        <pc:cxnChg chg="mod">
          <ac:chgData name="Mr. T Haripersad" userId="12083531-83ae-4401-9fea-e4209e9c256a" providerId="ADAL" clId="{19DBB87E-3351-407B-8D60-D29D8397A8BE}" dt="2026-11-01T11:49:34.128" v="13"/>
          <ac:cxnSpMkLst>
            <pc:docMk/>
            <pc:sldMk cId="3779385890" sldId="292"/>
            <ac:cxnSpMk id="33" creationId="{E787A2B2-AC57-362E-E39B-BB5CD2EE55B1}"/>
          </ac:cxnSpMkLst>
        </pc:cxnChg>
        <pc:cxnChg chg="mod">
          <ac:chgData name="Mr. T Haripersad" userId="12083531-83ae-4401-9fea-e4209e9c256a" providerId="ADAL" clId="{19DBB87E-3351-407B-8D60-D29D8397A8BE}" dt="2026-11-01T11:49:34.128" v="13"/>
          <ac:cxnSpMkLst>
            <pc:docMk/>
            <pc:sldMk cId="3779385890" sldId="292"/>
            <ac:cxnSpMk id="34" creationId="{1003EEAD-DAEC-5729-B0A3-FB517470C877}"/>
          </ac:cxnSpMkLst>
        </pc:cxnChg>
        <pc:cxnChg chg="mod">
          <ac:chgData name="Mr. T Haripersad" userId="12083531-83ae-4401-9fea-e4209e9c256a" providerId="ADAL" clId="{19DBB87E-3351-407B-8D60-D29D8397A8BE}" dt="2026-11-01T11:49:34.128" v="13"/>
          <ac:cxnSpMkLst>
            <pc:docMk/>
            <pc:sldMk cId="3779385890" sldId="292"/>
            <ac:cxnSpMk id="36" creationId="{1695CED9-257B-E34B-5627-CB177614E3C6}"/>
          </ac:cxnSpMkLst>
        </pc:cxnChg>
      </pc:sldChg>
      <pc:sldChg chg="addSp delSp modSp add mod modNotesTx">
        <pc:chgData name="Mr. T Haripersad" userId="12083531-83ae-4401-9fea-e4209e9c256a" providerId="ADAL" clId="{19DBB87E-3351-407B-8D60-D29D8397A8BE}" dt="2026-11-01T20:20:02.940" v="646" actId="115"/>
        <pc:sldMkLst>
          <pc:docMk/>
          <pc:sldMk cId="1910946988" sldId="293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1910946988" sldId="293"/>
            <ac:spMk id="8" creationId="{C4B02BE0-2F82-7F7E-1C71-540A547BBAD7}"/>
          </ac:spMkLst>
        </pc:spChg>
        <pc:spChg chg="mod">
          <ac:chgData name="Mr. T Haripersad" userId="12083531-83ae-4401-9fea-e4209e9c256a" providerId="ADAL" clId="{19DBB87E-3351-407B-8D60-D29D8397A8BE}" dt="2026-11-01T11:52:02.037" v="16"/>
          <ac:spMkLst>
            <pc:docMk/>
            <pc:sldMk cId="1910946988" sldId="293"/>
            <ac:spMk id="9" creationId="{0D776FED-D3B6-A3C3-0C94-9CBDDC496A3D}"/>
          </ac:spMkLst>
        </pc:spChg>
        <pc:spChg chg="add del">
          <ac:chgData name="Mr. T Haripersad" userId="12083531-83ae-4401-9fea-e4209e9c256a" providerId="ADAL" clId="{19DBB87E-3351-407B-8D60-D29D8397A8BE}" dt="2026-11-01T20:08:07.656" v="583" actId="478"/>
          <ac:spMkLst>
            <pc:docMk/>
            <pc:sldMk cId="1910946988" sldId="293"/>
            <ac:spMk id="10" creationId="{11975913-3E3A-2670-0093-C6E2EF2C8668}"/>
          </ac:spMkLst>
        </pc:spChg>
        <pc:spChg chg="mod">
          <ac:chgData name="Mr. T Haripersad" userId="12083531-83ae-4401-9fea-e4209e9c256a" providerId="ADAL" clId="{19DBB87E-3351-407B-8D60-D29D8397A8BE}" dt="2026-11-01T20:08:08.193" v="584"/>
          <ac:spMkLst>
            <pc:docMk/>
            <pc:sldMk cId="1910946988" sldId="293"/>
            <ac:spMk id="12" creationId="{35BC4A82-E9BF-5D7C-4D4A-9F749B53C546}"/>
          </ac:spMkLst>
        </pc:spChg>
        <pc:spChg chg="mod">
          <ac:chgData name="Mr. T Haripersad" userId="12083531-83ae-4401-9fea-e4209e9c256a" providerId="ADAL" clId="{19DBB87E-3351-407B-8D60-D29D8397A8BE}" dt="2026-11-01T20:08:08.193" v="584"/>
          <ac:spMkLst>
            <pc:docMk/>
            <pc:sldMk cId="1910946988" sldId="293"/>
            <ac:spMk id="13" creationId="{09DDD04E-C6B6-BCA4-BFCD-AB8FA0389044}"/>
          </ac:spMkLst>
        </pc:spChg>
        <pc:spChg chg="mod">
          <ac:chgData name="Mr. T Haripersad" userId="12083531-83ae-4401-9fea-e4209e9c256a" providerId="ADAL" clId="{19DBB87E-3351-407B-8D60-D29D8397A8BE}" dt="2026-11-01T20:08:08.193" v="584"/>
          <ac:spMkLst>
            <pc:docMk/>
            <pc:sldMk cId="1910946988" sldId="293"/>
            <ac:spMk id="15" creationId="{17CDC726-B952-5386-8F70-BA1C407FEDC8}"/>
          </ac:spMkLst>
        </pc:spChg>
        <pc:spChg chg="mod">
          <ac:chgData name="Mr. T Haripersad" userId="12083531-83ae-4401-9fea-e4209e9c256a" providerId="ADAL" clId="{19DBB87E-3351-407B-8D60-D29D8397A8BE}" dt="2026-11-01T20:08:25.597" v="587"/>
          <ac:spMkLst>
            <pc:docMk/>
            <pc:sldMk cId="1910946988" sldId="293"/>
            <ac:spMk id="19" creationId="{3F33B183-EE5F-BAE4-B237-F3E5B8B3478B}"/>
          </ac:spMkLst>
        </pc:spChg>
        <pc:spChg chg="mod">
          <ac:chgData name="Mr. T Haripersad" userId="12083531-83ae-4401-9fea-e4209e9c256a" providerId="ADAL" clId="{19DBB87E-3351-407B-8D60-D29D8397A8BE}" dt="2026-11-01T20:08:25.597" v="587"/>
          <ac:spMkLst>
            <pc:docMk/>
            <pc:sldMk cId="1910946988" sldId="293"/>
            <ac:spMk id="20" creationId="{03F3456D-B7B3-A958-ABB2-125E11293C45}"/>
          </ac:spMkLst>
        </pc:spChg>
        <pc:spChg chg="mod">
          <ac:chgData name="Mr. T Haripersad" userId="12083531-83ae-4401-9fea-e4209e9c256a" providerId="ADAL" clId="{19DBB87E-3351-407B-8D60-D29D8397A8BE}" dt="2026-11-01T20:20:02.940" v="646" actId="115"/>
          <ac:spMkLst>
            <pc:docMk/>
            <pc:sldMk cId="1910946988" sldId="293"/>
            <ac:spMk id="22" creationId="{C02A36C8-F0ED-0AEA-7796-B06A5116547E}"/>
          </ac:spMkLst>
        </pc:spChg>
        <pc:spChg chg="del">
          <ac:chgData name="Mr. T Haripersad" userId="12083531-83ae-4401-9fea-e4209e9c256a" providerId="ADAL" clId="{19DBB87E-3351-407B-8D60-D29D8397A8BE}" dt="2026-11-01T19:34:48.538" v="332" actId="478"/>
          <ac:spMkLst>
            <pc:docMk/>
            <pc:sldMk cId="1910946988" sldId="293"/>
            <ac:spMk id="37" creationId="{9D6C8E6C-153F-56F7-48A1-BBEF847836B2}"/>
          </ac:spMkLst>
        </pc:spChg>
        <pc:grpChg chg="add mod">
          <ac:chgData name="Mr. T Haripersad" userId="12083531-83ae-4401-9fea-e4209e9c256a" providerId="ADAL" clId="{19DBB87E-3351-407B-8D60-D29D8397A8BE}" dt="2026-11-01T20:08:08.193" v="584"/>
          <ac:grpSpMkLst>
            <pc:docMk/>
            <pc:sldMk cId="1910946988" sldId="293"/>
            <ac:grpSpMk id="11" creationId="{4F823205-F185-D780-8BB8-CBC79B7312B1}"/>
          </ac:grpSpMkLst>
        </pc:grpChg>
        <pc:grpChg chg="add mod">
          <ac:chgData name="Mr. T Haripersad" userId="12083531-83ae-4401-9fea-e4209e9c256a" providerId="ADAL" clId="{19DBB87E-3351-407B-8D60-D29D8397A8BE}" dt="2026-11-01T20:09:50.820" v="598" actId="14100"/>
          <ac:grpSpMkLst>
            <pc:docMk/>
            <pc:sldMk cId="1910946988" sldId="293"/>
            <ac:grpSpMk id="18" creationId="{E1190CEC-34F2-AE34-4BEA-484B6AB7EE27}"/>
          </ac:grpSpMkLst>
        </pc:grpChg>
        <pc:grpChg chg="del">
          <ac:chgData name="Mr. T Haripersad" userId="12083531-83ae-4401-9fea-e4209e9c256a" providerId="ADAL" clId="{19DBB87E-3351-407B-8D60-D29D8397A8BE}" dt="2026-11-01T20:08:07.656" v="583" actId="478"/>
          <ac:grpSpMkLst>
            <pc:docMk/>
            <pc:sldMk cId="1910946988" sldId="293"/>
            <ac:grpSpMk id="38" creationId="{702A461B-2394-4026-88D6-E0E14645C861}"/>
          </ac:grpSpMkLst>
        </pc:grpChg>
        <pc:picChg chg="add mod">
          <ac:chgData name="Mr. T Haripersad" userId="12083531-83ae-4401-9fea-e4209e9c256a" providerId="ADAL" clId="{19DBB87E-3351-407B-8D60-D29D8397A8BE}" dt="2026-11-01T20:09:35.817" v="595" actId="1076"/>
          <ac:picMkLst>
            <pc:docMk/>
            <pc:sldMk cId="1910946988" sldId="293"/>
            <ac:picMk id="17" creationId="{703179E8-5775-3417-E361-DB5FACF504CB}"/>
          </ac:picMkLst>
        </pc:picChg>
        <pc:cxnChg chg="mod">
          <ac:chgData name="Mr. T Haripersad" userId="12083531-83ae-4401-9fea-e4209e9c256a" providerId="ADAL" clId="{19DBB87E-3351-407B-8D60-D29D8397A8BE}" dt="2026-11-01T20:08:08.193" v="584"/>
          <ac:cxnSpMkLst>
            <pc:docMk/>
            <pc:sldMk cId="1910946988" sldId="293"/>
            <ac:cxnSpMk id="14" creationId="{E979112B-366C-4749-0951-612796F77352}"/>
          </ac:cxnSpMkLst>
        </pc:cxnChg>
        <pc:cxnChg chg="mod">
          <ac:chgData name="Mr. T Haripersad" userId="12083531-83ae-4401-9fea-e4209e9c256a" providerId="ADAL" clId="{19DBB87E-3351-407B-8D60-D29D8397A8BE}" dt="2026-11-01T20:08:25.597" v="587"/>
          <ac:cxnSpMkLst>
            <pc:docMk/>
            <pc:sldMk cId="1910946988" sldId="293"/>
            <ac:cxnSpMk id="21" creationId="{39B753B5-1518-FF43-A06B-B527A1949BF4}"/>
          </ac:cxnSpMkLst>
        </pc:cxnChg>
      </pc:sldChg>
      <pc:sldChg chg="modSp add">
        <pc:chgData name="Mr. T Haripersad" userId="12083531-83ae-4401-9fea-e4209e9c256a" providerId="ADAL" clId="{19DBB87E-3351-407B-8D60-D29D8397A8BE}" dt="2026-11-01T11:55:00.368" v="20"/>
        <pc:sldMkLst>
          <pc:docMk/>
          <pc:sldMk cId="2322734901" sldId="294"/>
        </pc:sldMkLst>
        <pc:spChg chg="mod">
          <ac:chgData name="Mr. T Haripersad" userId="12083531-83ae-4401-9fea-e4209e9c256a" providerId="ADAL" clId="{19DBB87E-3351-407B-8D60-D29D8397A8BE}" dt="2026-11-01T11:55:00.368" v="20"/>
          <ac:spMkLst>
            <pc:docMk/>
            <pc:sldMk cId="2322734901" sldId="294"/>
            <ac:spMk id="9" creationId="{2414003F-B861-AAFE-A330-770EE8450A28}"/>
          </ac:spMkLst>
        </pc:spChg>
      </pc:sldChg>
      <pc:sldChg chg="addSp delSp modSp add mod ord">
        <pc:chgData name="Mr. T Haripersad" userId="12083531-83ae-4401-9fea-e4209e9c256a" providerId="ADAL" clId="{19DBB87E-3351-407B-8D60-D29D8397A8BE}" dt="2026-11-01T20:11:04.320" v="607" actId="20577"/>
        <pc:sldMkLst>
          <pc:docMk/>
          <pc:sldMk cId="3405721770" sldId="295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3405721770" sldId="295"/>
            <ac:spMk id="8" creationId="{4AC330DA-7906-0841-058A-EDB188987CF2}"/>
          </ac:spMkLst>
        </pc:spChg>
        <pc:spChg chg="add del">
          <ac:chgData name="Mr. T Haripersad" userId="12083531-83ae-4401-9fea-e4209e9c256a" providerId="ADAL" clId="{19DBB87E-3351-407B-8D60-D29D8397A8BE}" dt="2026-11-01T19:56:16.875" v="453" actId="478"/>
          <ac:spMkLst>
            <pc:docMk/>
            <pc:sldMk cId="3405721770" sldId="295"/>
            <ac:spMk id="10" creationId="{AC6048C5-4683-CD3B-FA3B-6FC9FDA8E533}"/>
          </ac:spMkLst>
        </pc:spChg>
        <pc:spChg chg="mod">
          <ac:chgData name="Mr. T Haripersad" userId="12083531-83ae-4401-9fea-e4209e9c256a" providerId="ADAL" clId="{19DBB87E-3351-407B-8D60-D29D8397A8BE}" dt="2026-11-01T19:57:54.393" v="483" actId="115"/>
          <ac:spMkLst>
            <pc:docMk/>
            <pc:sldMk cId="3405721770" sldId="295"/>
            <ac:spMk id="14" creationId="{225CB16F-1191-C28E-63AD-8192DBF3CB22}"/>
          </ac:spMkLst>
        </pc:spChg>
        <pc:spChg chg="mod">
          <ac:chgData name="Mr. T Haripersad" userId="12083531-83ae-4401-9fea-e4209e9c256a" providerId="ADAL" clId="{19DBB87E-3351-407B-8D60-D29D8397A8BE}" dt="2026-11-01T19:57:54.393" v="483" actId="115"/>
          <ac:spMkLst>
            <pc:docMk/>
            <pc:sldMk cId="3405721770" sldId="295"/>
            <ac:spMk id="15" creationId="{AD4757D5-E398-4F28-B941-4B2AC0199564}"/>
          </ac:spMkLst>
        </pc:spChg>
        <pc:spChg chg="mod">
          <ac:chgData name="Mr. T Haripersad" userId="12083531-83ae-4401-9fea-e4209e9c256a" providerId="ADAL" clId="{19DBB87E-3351-407B-8D60-D29D8397A8BE}" dt="2026-11-01T20:11:04.320" v="607" actId="20577"/>
          <ac:spMkLst>
            <pc:docMk/>
            <pc:sldMk cId="3405721770" sldId="295"/>
            <ac:spMk id="17" creationId="{74A27FA6-D3B5-B852-2BEC-81FA607AFCD5}"/>
          </ac:spMkLst>
        </pc:spChg>
        <pc:spChg chg="del">
          <ac:chgData name="Mr. T Haripersad" userId="12083531-83ae-4401-9fea-e4209e9c256a" providerId="ADAL" clId="{19DBB87E-3351-407B-8D60-D29D8397A8BE}" dt="2026-11-01T19:34:44.662" v="330" actId="478"/>
          <ac:spMkLst>
            <pc:docMk/>
            <pc:sldMk cId="3405721770" sldId="295"/>
            <ac:spMk id="37" creationId="{94BA3F5F-2D16-A80A-F883-11554AFC7AA8}"/>
          </ac:spMkLst>
        </pc:spChg>
        <pc:grpChg chg="add mod ord">
          <ac:chgData name="Mr. T Haripersad" userId="12083531-83ae-4401-9fea-e4209e9c256a" providerId="ADAL" clId="{19DBB87E-3351-407B-8D60-D29D8397A8BE}" dt="2026-11-01T20:02:57.701" v="507" actId="14100"/>
          <ac:grpSpMkLst>
            <pc:docMk/>
            <pc:sldMk cId="3405721770" sldId="295"/>
            <ac:grpSpMk id="13" creationId="{6A6EF461-C8AA-00CA-3FEE-31713944904E}"/>
          </ac:grpSpMkLst>
        </pc:grpChg>
        <pc:grpChg chg="del">
          <ac:chgData name="Mr. T Haripersad" userId="12083531-83ae-4401-9fea-e4209e9c256a" providerId="ADAL" clId="{19DBB87E-3351-407B-8D60-D29D8397A8BE}" dt="2026-11-01T19:56:16.875" v="453" actId="478"/>
          <ac:grpSpMkLst>
            <pc:docMk/>
            <pc:sldMk cId="3405721770" sldId="295"/>
            <ac:grpSpMk id="38" creationId="{AE91970E-03FF-1677-7BDF-8F3AB7BD456F}"/>
          </ac:grpSpMkLst>
        </pc:grpChg>
        <pc:picChg chg="add del mod">
          <ac:chgData name="Mr. T Haripersad" userId="12083531-83ae-4401-9fea-e4209e9c256a" providerId="ADAL" clId="{19DBB87E-3351-407B-8D60-D29D8397A8BE}" dt="2026-11-01T20:02:28.825" v="500" actId="478"/>
          <ac:picMkLst>
            <pc:docMk/>
            <pc:sldMk cId="3405721770" sldId="295"/>
            <ac:picMk id="12" creationId="{FEF9248C-949B-CEC8-B098-9628B9C58DFC}"/>
          </ac:picMkLst>
        </pc:picChg>
        <pc:picChg chg="add mod modCrop">
          <ac:chgData name="Mr. T Haripersad" userId="12083531-83ae-4401-9fea-e4209e9c256a" providerId="ADAL" clId="{19DBB87E-3351-407B-8D60-D29D8397A8BE}" dt="2026-11-01T20:02:26.459" v="499" actId="1076"/>
          <ac:picMkLst>
            <pc:docMk/>
            <pc:sldMk cId="3405721770" sldId="295"/>
            <ac:picMk id="19" creationId="{2CE77947-8CBE-E00D-B359-0631AF077918}"/>
          </ac:picMkLst>
        </pc:picChg>
        <pc:cxnChg chg="mod">
          <ac:chgData name="Mr. T Haripersad" userId="12083531-83ae-4401-9fea-e4209e9c256a" providerId="ADAL" clId="{19DBB87E-3351-407B-8D60-D29D8397A8BE}" dt="2026-11-01T19:57:20.445" v="469"/>
          <ac:cxnSpMkLst>
            <pc:docMk/>
            <pc:sldMk cId="3405721770" sldId="295"/>
            <ac:cxnSpMk id="16" creationId="{EB5E2244-B6F4-0ED5-7293-0109639787A1}"/>
          </ac:cxnSpMkLst>
        </pc:cxnChg>
      </pc:sldChg>
      <pc:sldChg chg="addSp delSp modSp add mod modNotesTx">
        <pc:chgData name="Mr. T Haripersad" userId="12083531-83ae-4401-9fea-e4209e9c256a" providerId="ADAL" clId="{19DBB87E-3351-407B-8D60-D29D8397A8BE}" dt="2026-11-01T20:21:07.197" v="657" actId="14100"/>
        <pc:sldMkLst>
          <pc:docMk/>
          <pc:sldMk cId="2014749890" sldId="296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2014749890" sldId="296"/>
            <ac:spMk id="8" creationId="{E5747274-3837-70C5-A676-A2B9CA1F9B49}"/>
          </ac:spMkLst>
        </pc:spChg>
        <pc:spChg chg="mod">
          <ac:chgData name="Mr. T Haripersad" userId="12083531-83ae-4401-9fea-e4209e9c256a" providerId="ADAL" clId="{19DBB87E-3351-407B-8D60-D29D8397A8BE}" dt="2026-11-01T11:55:44.390" v="22"/>
          <ac:spMkLst>
            <pc:docMk/>
            <pc:sldMk cId="2014749890" sldId="296"/>
            <ac:spMk id="9" creationId="{A2F21A0D-8853-9938-81CD-95670C3F94DE}"/>
          </ac:spMkLst>
        </pc:spChg>
        <pc:spChg chg="add del">
          <ac:chgData name="Mr. T Haripersad" userId="12083531-83ae-4401-9fea-e4209e9c256a" providerId="ADAL" clId="{19DBB87E-3351-407B-8D60-D29D8397A8BE}" dt="2026-11-01T20:18:26.941" v="631" actId="478"/>
          <ac:spMkLst>
            <pc:docMk/>
            <pc:sldMk cId="2014749890" sldId="296"/>
            <ac:spMk id="10" creationId="{9AEDECC6-3783-3B5F-B741-37C6AD61EAC1}"/>
          </ac:spMkLst>
        </pc:spChg>
        <pc:spChg chg="add del">
          <ac:chgData name="Mr. T Haripersad" userId="12083531-83ae-4401-9fea-e4209e9c256a" providerId="ADAL" clId="{19DBB87E-3351-407B-8D60-D29D8397A8BE}" dt="2026-11-01T20:20:37.201" v="653" actId="22"/>
          <ac:spMkLst>
            <pc:docMk/>
            <pc:sldMk cId="2014749890" sldId="296"/>
            <ac:spMk id="14" creationId="{EBAEDF1E-BD53-6F44-CA81-95412D8CAFB5}"/>
          </ac:spMkLst>
        </pc:spChg>
        <pc:spChg chg="mod">
          <ac:chgData name="Mr. T Haripersad" userId="12083531-83ae-4401-9fea-e4209e9c256a" providerId="ADAL" clId="{19DBB87E-3351-407B-8D60-D29D8397A8BE}" dt="2026-11-01T20:20:47.039" v="654"/>
          <ac:spMkLst>
            <pc:docMk/>
            <pc:sldMk cId="2014749890" sldId="296"/>
            <ac:spMk id="16" creationId="{A3703B36-A2D6-2FCB-9AFE-2867D9B01186}"/>
          </ac:spMkLst>
        </pc:spChg>
        <pc:spChg chg="mod">
          <ac:chgData name="Mr. T Haripersad" userId="12083531-83ae-4401-9fea-e4209e9c256a" providerId="ADAL" clId="{19DBB87E-3351-407B-8D60-D29D8397A8BE}" dt="2026-11-01T20:20:47.039" v="654"/>
          <ac:spMkLst>
            <pc:docMk/>
            <pc:sldMk cId="2014749890" sldId="296"/>
            <ac:spMk id="17" creationId="{3A5DFD27-FAEA-A5F8-38B7-AFC8F13E76EE}"/>
          </ac:spMkLst>
        </pc:spChg>
        <pc:spChg chg="mod">
          <ac:chgData name="Mr. T Haripersad" userId="12083531-83ae-4401-9fea-e4209e9c256a" providerId="ADAL" clId="{19DBB87E-3351-407B-8D60-D29D8397A8BE}" dt="2026-11-01T20:20:47.039" v="654"/>
          <ac:spMkLst>
            <pc:docMk/>
            <pc:sldMk cId="2014749890" sldId="296"/>
            <ac:spMk id="19" creationId="{D6863322-1707-B538-21F8-2AB044D06629}"/>
          </ac:spMkLst>
        </pc:spChg>
        <pc:spChg chg="del">
          <ac:chgData name="Mr. T Haripersad" userId="12083531-83ae-4401-9fea-e4209e9c256a" providerId="ADAL" clId="{19DBB87E-3351-407B-8D60-D29D8397A8BE}" dt="2026-11-01T19:34:54.028" v="334" actId="478"/>
          <ac:spMkLst>
            <pc:docMk/>
            <pc:sldMk cId="2014749890" sldId="296"/>
            <ac:spMk id="37" creationId="{FB1FC003-C1AB-9465-C412-28C2246A7873}"/>
          </ac:spMkLst>
        </pc:spChg>
        <pc:grpChg chg="add mod">
          <ac:chgData name="Mr. T Haripersad" userId="12083531-83ae-4401-9fea-e4209e9c256a" providerId="ADAL" clId="{19DBB87E-3351-407B-8D60-D29D8397A8BE}" dt="2026-11-01T20:21:07.197" v="657" actId="14100"/>
          <ac:grpSpMkLst>
            <pc:docMk/>
            <pc:sldMk cId="2014749890" sldId="296"/>
            <ac:grpSpMk id="15" creationId="{C1E3CA98-6CFF-6260-0235-C10B9B7EB7C8}"/>
          </ac:grpSpMkLst>
        </pc:grpChg>
        <pc:grpChg chg="del">
          <ac:chgData name="Mr. T Haripersad" userId="12083531-83ae-4401-9fea-e4209e9c256a" providerId="ADAL" clId="{19DBB87E-3351-407B-8D60-D29D8397A8BE}" dt="2026-11-01T20:18:26.941" v="631" actId="478"/>
          <ac:grpSpMkLst>
            <pc:docMk/>
            <pc:sldMk cId="2014749890" sldId="296"/>
            <ac:grpSpMk id="38" creationId="{0A51EA13-FF17-BAA7-151F-39F3C299A6DF}"/>
          </ac:grpSpMkLst>
        </pc:grpChg>
        <pc:picChg chg="add mod">
          <ac:chgData name="Mr. T Haripersad" userId="12083531-83ae-4401-9fea-e4209e9c256a" providerId="ADAL" clId="{19DBB87E-3351-407B-8D60-D29D8397A8BE}" dt="2026-11-01T20:20:55.731" v="655" actId="1076"/>
          <ac:picMkLst>
            <pc:docMk/>
            <pc:sldMk cId="2014749890" sldId="296"/>
            <ac:picMk id="12" creationId="{FE599B61-CA44-2490-994D-A9535250DF74}"/>
          </ac:picMkLst>
        </pc:picChg>
        <pc:cxnChg chg="mod">
          <ac:chgData name="Mr. T Haripersad" userId="12083531-83ae-4401-9fea-e4209e9c256a" providerId="ADAL" clId="{19DBB87E-3351-407B-8D60-D29D8397A8BE}" dt="2026-11-01T20:20:47.039" v="654"/>
          <ac:cxnSpMkLst>
            <pc:docMk/>
            <pc:sldMk cId="2014749890" sldId="296"/>
            <ac:cxnSpMk id="18" creationId="{5EFF98BE-9CA1-4CCA-CFF8-DEEC7A387FF8}"/>
          </ac:cxnSpMkLst>
        </pc:cxnChg>
      </pc:sldChg>
      <pc:sldChg chg="addSp delSp modSp add mod ord modNotesTx">
        <pc:chgData name="Mr. T Haripersad" userId="12083531-83ae-4401-9fea-e4209e9c256a" providerId="ADAL" clId="{19DBB87E-3351-407B-8D60-D29D8397A8BE}" dt="2026-11-01T20:23:16.263" v="668" actId="14100"/>
        <pc:sldMkLst>
          <pc:docMk/>
          <pc:sldMk cId="2547942473" sldId="297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2547942473" sldId="297"/>
            <ac:spMk id="8" creationId="{01F4BE6E-E013-BF6A-B844-A41190B8F110}"/>
          </ac:spMkLst>
        </pc:spChg>
        <pc:spChg chg="mod">
          <ac:chgData name="Mr. T Haripersad" userId="12083531-83ae-4401-9fea-e4209e9c256a" providerId="ADAL" clId="{19DBB87E-3351-407B-8D60-D29D8397A8BE}" dt="2026-11-01T12:03:37.798" v="25"/>
          <ac:spMkLst>
            <pc:docMk/>
            <pc:sldMk cId="2547942473" sldId="297"/>
            <ac:spMk id="9" creationId="{82FD4A42-D4A0-9D68-A7A7-2771E2C75066}"/>
          </ac:spMkLst>
        </pc:spChg>
        <pc:spChg chg="add del">
          <ac:chgData name="Mr. T Haripersad" userId="12083531-83ae-4401-9fea-e4209e9c256a" providerId="ADAL" clId="{19DBB87E-3351-407B-8D60-D29D8397A8BE}" dt="2026-11-01T20:19:08.612" v="640" actId="478"/>
          <ac:spMkLst>
            <pc:docMk/>
            <pc:sldMk cId="2547942473" sldId="297"/>
            <ac:spMk id="10" creationId="{438F383C-107C-29E3-CFE0-89CB126D5C7C}"/>
          </ac:spMkLst>
        </pc:spChg>
        <pc:spChg chg="mod">
          <ac:chgData name="Mr. T Haripersad" userId="12083531-83ae-4401-9fea-e4209e9c256a" providerId="ADAL" clId="{19DBB87E-3351-407B-8D60-D29D8397A8BE}" dt="2026-11-01T20:21:24.832" v="658"/>
          <ac:spMkLst>
            <pc:docMk/>
            <pc:sldMk cId="2547942473" sldId="297"/>
            <ac:spMk id="13" creationId="{830CE5A5-9404-943D-3CFC-187FBC23A415}"/>
          </ac:spMkLst>
        </pc:spChg>
        <pc:spChg chg="mod">
          <ac:chgData name="Mr. T Haripersad" userId="12083531-83ae-4401-9fea-e4209e9c256a" providerId="ADAL" clId="{19DBB87E-3351-407B-8D60-D29D8397A8BE}" dt="2026-11-01T20:21:24.832" v="658"/>
          <ac:spMkLst>
            <pc:docMk/>
            <pc:sldMk cId="2547942473" sldId="297"/>
            <ac:spMk id="14" creationId="{C1AA37BF-E354-A915-A16C-24FC4DDA8C3D}"/>
          </ac:spMkLst>
        </pc:spChg>
        <pc:spChg chg="mod">
          <ac:chgData name="Mr. T Haripersad" userId="12083531-83ae-4401-9fea-e4209e9c256a" providerId="ADAL" clId="{19DBB87E-3351-407B-8D60-D29D8397A8BE}" dt="2026-11-01T20:21:24.832" v="658"/>
          <ac:spMkLst>
            <pc:docMk/>
            <pc:sldMk cId="2547942473" sldId="297"/>
            <ac:spMk id="16" creationId="{FC0E330A-1F6A-A76B-DC75-650D7BC667C0}"/>
          </ac:spMkLst>
        </pc:spChg>
        <pc:spChg chg="del">
          <ac:chgData name="Mr. T Haripersad" userId="12083531-83ae-4401-9fea-e4209e9c256a" providerId="ADAL" clId="{19DBB87E-3351-407B-8D60-D29D8397A8BE}" dt="2026-11-01T19:34:58.514" v="336" actId="478"/>
          <ac:spMkLst>
            <pc:docMk/>
            <pc:sldMk cId="2547942473" sldId="297"/>
            <ac:spMk id="37" creationId="{3373DB85-A041-CF4E-D9D9-7854C611DDD3}"/>
          </ac:spMkLst>
        </pc:spChg>
        <pc:grpChg chg="add mod ord">
          <ac:chgData name="Mr. T Haripersad" userId="12083531-83ae-4401-9fea-e4209e9c256a" providerId="ADAL" clId="{19DBB87E-3351-407B-8D60-D29D8397A8BE}" dt="2026-11-01T20:23:16.263" v="668" actId="14100"/>
          <ac:grpSpMkLst>
            <pc:docMk/>
            <pc:sldMk cId="2547942473" sldId="297"/>
            <ac:grpSpMk id="12" creationId="{2C4A293D-4F07-7E88-5244-00B0499637D1}"/>
          </ac:grpSpMkLst>
        </pc:grpChg>
        <pc:grpChg chg="del">
          <ac:chgData name="Mr. T Haripersad" userId="12083531-83ae-4401-9fea-e4209e9c256a" providerId="ADAL" clId="{19DBB87E-3351-407B-8D60-D29D8397A8BE}" dt="2026-11-01T20:19:08.612" v="640" actId="478"/>
          <ac:grpSpMkLst>
            <pc:docMk/>
            <pc:sldMk cId="2547942473" sldId="297"/>
            <ac:grpSpMk id="38" creationId="{5DA25754-8EA1-0B13-7D3E-809BC4B11E2C}"/>
          </ac:grpSpMkLst>
        </pc:grpChg>
        <pc:picChg chg="mod">
          <ac:chgData name="Mr. T Haripersad" userId="12083531-83ae-4401-9fea-e4209e9c256a" providerId="ADAL" clId="{19DBB87E-3351-407B-8D60-D29D8397A8BE}" dt="2026-11-01T20:05:40.942" v="555" actId="1036"/>
          <ac:picMkLst>
            <pc:docMk/>
            <pc:sldMk cId="2547942473" sldId="297"/>
            <ac:picMk id="3" creationId="{295DAB43-DB06-F688-A5BA-97B79D652EC3}"/>
          </ac:picMkLst>
        </pc:picChg>
        <pc:picChg chg="add del mod">
          <ac:chgData name="Mr. T Haripersad" userId="12083531-83ae-4401-9fea-e4209e9c256a" providerId="ADAL" clId="{19DBB87E-3351-407B-8D60-D29D8397A8BE}" dt="2026-11-01T20:22:47.674" v="662" actId="478"/>
          <ac:picMkLst>
            <pc:docMk/>
            <pc:sldMk cId="2547942473" sldId="297"/>
            <ac:picMk id="11" creationId="{071D3019-5DE2-CA09-A6E8-C67971EEB565}"/>
          </ac:picMkLst>
        </pc:picChg>
        <pc:picChg chg="add mod">
          <ac:chgData name="Mr. T Haripersad" userId="12083531-83ae-4401-9fea-e4209e9c256a" providerId="ADAL" clId="{19DBB87E-3351-407B-8D60-D29D8397A8BE}" dt="2026-11-01T20:22:44.308" v="661" actId="1076"/>
          <ac:picMkLst>
            <pc:docMk/>
            <pc:sldMk cId="2547942473" sldId="297"/>
            <ac:picMk id="18" creationId="{525F18F2-6D68-CF05-9268-8DC9734B0976}"/>
          </ac:picMkLst>
        </pc:picChg>
        <pc:cxnChg chg="mod">
          <ac:chgData name="Mr. T Haripersad" userId="12083531-83ae-4401-9fea-e4209e9c256a" providerId="ADAL" clId="{19DBB87E-3351-407B-8D60-D29D8397A8BE}" dt="2026-11-01T20:21:24.832" v="658"/>
          <ac:cxnSpMkLst>
            <pc:docMk/>
            <pc:sldMk cId="2547942473" sldId="297"/>
            <ac:cxnSpMk id="15" creationId="{39A21A2E-AD68-E213-1FF2-A3B8AA4A0260}"/>
          </ac:cxnSpMkLst>
        </pc:cxnChg>
      </pc:sldChg>
      <pc:sldChg chg="addSp delSp modSp add mod modNotesTx">
        <pc:chgData name="Mr. T Haripersad" userId="12083531-83ae-4401-9fea-e4209e9c256a" providerId="ADAL" clId="{19DBB87E-3351-407B-8D60-D29D8397A8BE}" dt="2026-11-01T20:26:31.988" v="682" actId="14100"/>
        <pc:sldMkLst>
          <pc:docMk/>
          <pc:sldMk cId="701750436" sldId="298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701750436" sldId="298"/>
            <ac:spMk id="8" creationId="{D511A5C6-1683-E662-D756-C00C9F49BA73}"/>
          </ac:spMkLst>
        </pc:spChg>
        <pc:spChg chg="mod">
          <ac:chgData name="Mr. T Haripersad" userId="12083531-83ae-4401-9fea-e4209e9c256a" providerId="ADAL" clId="{19DBB87E-3351-407B-8D60-D29D8397A8BE}" dt="2026-11-01T12:08:11.479" v="27"/>
          <ac:spMkLst>
            <pc:docMk/>
            <pc:sldMk cId="701750436" sldId="298"/>
            <ac:spMk id="9" creationId="{6EA966F1-6F30-4C09-5C39-7E06522A8EB7}"/>
          </ac:spMkLst>
        </pc:spChg>
        <pc:spChg chg="add del">
          <ac:chgData name="Mr. T Haripersad" userId="12083531-83ae-4401-9fea-e4209e9c256a" providerId="ADAL" clId="{19DBB87E-3351-407B-8D60-D29D8397A8BE}" dt="2026-11-01T19:37:53.190" v="365" actId="478"/>
          <ac:spMkLst>
            <pc:docMk/>
            <pc:sldMk cId="701750436" sldId="298"/>
            <ac:spMk id="10" creationId="{D8EF924F-9D43-422E-78A4-05C585A47233}"/>
          </ac:spMkLst>
        </pc:spChg>
        <pc:spChg chg="mod">
          <ac:chgData name="Mr. T Haripersad" userId="12083531-83ae-4401-9fea-e4209e9c256a" providerId="ADAL" clId="{19DBB87E-3351-407B-8D60-D29D8397A8BE}" dt="2026-11-01T19:37:54.912" v="366"/>
          <ac:spMkLst>
            <pc:docMk/>
            <pc:sldMk cId="701750436" sldId="298"/>
            <ac:spMk id="12" creationId="{2D43A0EA-37B3-ECA1-E786-D0F368957CB3}"/>
          </ac:spMkLst>
        </pc:spChg>
        <pc:spChg chg="mod">
          <ac:chgData name="Mr. T Haripersad" userId="12083531-83ae-4401-9fea-e4209e9c256a" providerId="ADAL" clId="{19DBB87E-3351-407B-8D60-D29D8397A8BE}" dt="2026-11-01T19:37:54.912" v="366"/>
          <ac:spMkLst>
            <pc:docMk/>
            <pc:sldMk cId="701750436" sldId="298"/>
            <ac:spMk id="13" creationId="{A466F5D7-26B3-C8BE-7936-CE3E42255037}"/>
          </ac:spMkLst>
        </pc:spChg>
        <pc:spChg chg="mod">
          <ac:chgData name="Mr. T Haripersad" userId="12083531-83ae-4401-9fea-e4209e9c256a" providerId="ADAL" clId="{19DBB87E-3351-407B-8D60-D29D8397A8BE}" dt="2026-11-01T19:37:54.912" v="366"/>
          <ac:spMkLst>
            <pc:docMk/>
            <pc:sldMk cId="701750436" sldId="298"/>
            <ac:spMk id="16" creationId="{F3A81BAD-8878-2179-0713-B25897214909}"/>
          </ac:spMkLst>
        </pc:spChg>
        <pc:spChg chg="add del mod">
          <ac:chgData name="Mr. T Haripersad" userId="12083531-83ae-4401-9fea-e4209e9c256a" providerId="ADAL" clId="{19DBB87E-3351-407B-8D60-D29D8397A8BE}" dt="2026-11-01T20:19:05.053" v="639" actId="478"/>
          <ac:spMkLst>
            <pc:docMk/>
            <pc:sldMk cId="701750436" sldId="298"/>
            <ac:spMk id="18" creationId="{CBD4B23F-62A0-4644-AC34-7F37A3EB8F7F}"/>
          </ac:spMkLst>
        </pc:spChg>
        <pc:spChg chg="mod">
          <ac:chgData name="Mr. T Haripersad" userId="12083531-83ae-4401-9fea-e4209e9c256a" providerId="ADAL" clId="{19DBB87E-3351-407B-8D60-D29D8397A8BE}" dt="2026-11-01T20:25:55.144" v="677"/>
          <ac:spMkLst>
            <pc:docMk/>
            <pc:sldMk cId="701750436" sldId="298"/>
            <ac:spMk id="24" creationId="{9283DAD0-40EE-11E6-9D01-F4043D0B641F}"/>
          </ac:spMkLst>
        </pc:spChg>
        <pc:spChg chg="mod">
          <ac:chgData name="Mr. T Haripersad" userId="12083531-83ae-4401-9fea-e4209e9c256a" providerId="ADAL" clId="{19DBB87E-3351-407B-8D60-D29D8397A8BE}" dt="2026-11-01T20:25:55.144" v="677"/>
          <ac:spMkLst>
            <pc:docMk/>
            <pc:sldMk cId="701750436" sldId="298"/>
            <ac:spMk id="25" creationId="{8AE4CBAC-626E-67C3-26FC-518D401201DA}"/>
          </ac:spMkLst>
        </pc:spChg>
        <pc:spChg chg="mod">
          <ac:chgData name="Mr. T Haripersad" userId="12083531-83ae-4401-9fea-e4209e9c256a" providerId="ADAL" clId="{19DBB87E-3351-407B-8D60-D29D8397A8BE}" dt="2026-11-01T20:25:55.144" v="677"/>
          <ac:spMkLst>
            <pc:docMk/>
            <pc:sldMk cId="701750436" sldId="298"/>
            <ac:spMk id="27" creationId="{EA7B4AA0-4214-BDD8-5D21-2F495F0A6513}"/>
          </ac:spMkLst>
        </pc:spChg>
        <pc:spChg chg="del">
          <ac:chgData name="Mr. T Haripersad" userId="12083531-83ae-4401-9fea-e4209e9c256a" providerId="ADAL" clId="{19DBB87E-3351-407B-8D60-D29D8397A8BE}" dt="2026-11-01T19:35:03.688" v="338" actId="478"/>
          <ac:spMkLst>
            <pc:docMk/>
            <pc:sldMk cId="701750436" sldId="298"/>
            <ac:spMk id="37" creationId="{48B12C8D-DA0A-A70A-5A43-EB6F56610002}"/>
          </ac:spMkLst>
        </pc:spChg>
        <pc:grpChg chg="add del mod">
          <ac:chgData name="Mr. T Haripersad" userId="12083531-83ae-4401-9fea-e4209e9c256a" providerId="ADAL" clId="{19DBB87E-3351-407B-8D60-D29D8397A8BE}" dt="2026-11-01T20:19:05.053" v="639" actId="478"/>
          <ac:grpSpMkLst>
            <pc:docMk/>
            <pc:sldMk cId="701750436" sldId="298"/>
            <ac:grpSpMk id="11" creationId="{E498CD5B-CD6F-AAB1-CF2B-0D8CA9C8453E}"/>
          </ac:grpSpMkLst>
        </pc:grpChg>
        <pc:grpChg chg="add mod">
          <ac:chgData name="Mr. T Haripersad" userId="12083531-83ae-4401-9fea-e4209e9c256a" providerId="ADAL" clId="{19DBB87E-3351-407B-8D60-D29D8397A8BE}" dt="2026-11-01T20:26:31.988" v="682" actId="14100"/>
          <ac:grpSpMkLst>
            <pc:docMk/>
            <pc:sldMk cId="701750436" sldId="298"/>
            <ac:grpSpMk id="23" creationId="{59AB5165-2041-7204-A6E3-0E33AE448F8A}"/>
          </ac:grpSpMkLst>
        </pc:grpChg>
        <pc:grpChg chg="del">
          <ac:chgData name="Mr. T Haripersad" userId="12083531-83ae-4401-9fea-e4209e9c256a" providerId="ADAL" clId="{19DBB87E-3351-407B-8D60-D29D8397A8BE}" dt="2026-11-01T19:37:53.190" v="365" actId="478"/>
          <ac:grpSpMkLst>
            <pc:docMk/>
            <pc:sldMk cId="701750436" sldId="298"/>
            <ac:grpSpMk id="38" creationId="{E411698F-D8F2-1278-7572-40FE9B6FA9DF}"/>
          </ac:grpSpMkLst>
        </pc:grpChg>
        <pc:picChg chg="mod">
          <ac:chgData name="Mr. T Haripersad" userId="12083531-83ae-4401-9fea-e4209e9c256a" providerId="ADAL" clId="{19DBB87E-3351-407B-8D60-D29D8397A8BE}" dt="2026-11-01T18:22:22.066" v="131" actId="1035"/>
          <ac:picMkLst>
            <pc:docMk/>
            <pc:sldMk cId="701750436" sldId="298"/>
            <ac:picMk id="3" creationId="{1CAAA2F5-77DF-1686-19B9-6B0E1054024D}"/>
          </ac:picMkLst>
        </pc:picChg>
        <pc:picChg chg="add mod">
          <ac:chgData name="Mr. T Haripersad" userId="12083531-83ae-4401-9fea-e4209e9c256a" providerId="ADAL" clId="{19DBB87E-3351-407B-8D60-D29D8397A8BE}" dt="2026-11-01T20:26:18.709" v="679" actId="1076"/>
          <ac:picMkLst>
            <pc:docMk/>
            <pc:sldMk cId="701750436" sldId="298"/>
            <ac:picMk id="20" creationId="{3681663C-1E0D-DEC7-80C4-71287F5D2672}"/>
          </ac:picMkLst>
        </pc:picChg>
        <pc:picChg chg="add del">
          <ac:chgData name="Mr. T Haripersad" userId="12083531-83ae-4401-9fea-e4209e9c256a" providerId="ADAL" clId="{19DBB87E-3351-407B-8D60-D29D8397A8BE}" dt="2026-11-01T20:25:44.157" v="676" actId="22"/>
          <ac:picMkLst>
            <pc:docMk/>
            <pc:sldMk cId="701750436" sldId="298"/>
            <ac:picMk id="22" creationId="{4D5FC117-A159-A220-9611-15A599F1AF4A}"/>
          </ac:picMkLst>
        </pc:picChg>
        <pc:cxnChg chg="mod">
          <ac:chgData name="Mr. T Haripersad" userId="12083531-83ae-4401-9fea-e4209e9c256a" providerId="ADAL" clId="{19DBB87E-3351-407B-8D60-D29D8397A8BE}" dt="2026-11-01T19:37:54.912" v="366"/>
          <ac:cxnSpMkLst>
            <pc:docMk/>
            <pc:sldMk cId="701750436" sldId="298"/>
            <ac:cxnSpMk id="14" creationId="{6EEC4F21-5F2C-4938-2A6E-181C4F0A0AA4}"/>
          </ac:cxnSpMkLst>
        </pc:cxnChg>
        <pc:cxnChg chg="mod">
          <ac:chgData name="Mr. T Haripersad" userId="12083531-83ae-4401-9fea-e4209e9c256a" providerId="ADAL" clId="{19DBB87E-3351-407B-8D60-D29D8397A8BE}" dt="2026-11-01T19:37:54.912" v="366"/>
          <ac:cxnSpMkLst>
            <pc:docMk/>
            <pc:sldMk cId="701750436" sldId="298"/>
            <ac:cxnSpMk id="15" creationId="{A79FF578-9027-F13A-7BBB-57E15C5EC990}"/>
          </ac:cxnSpMkLst>
        </pc:cxnChg>
        <pc:cxnChg chg="mod">
          <ac:chgData name="Mr. T Haripersad" userId="12083531-83ae-4401-9fea-e4209e9c256a" providerId="ADAL" clId="{19DBB87E-3351-407B-8D60-D29D8397A8BE}" dt="2026-11-01T19:37:54.912" v="366"/>
          <ac:cxnSpMkLst>
            <pc:docMk/>
            <pc:sldMk cId="701750436" sldId="298"/>
            <ac:cxnSpMk id="17" creationId="{4D9C272C-7F11-2C4E-821A-E2C4260D1C30}"/>
          </ac:cxnSpMkLst>
        </pc:cxnChg>
        <pc:cxnChg chg="mod">
          <ac:chgData name="Mr. T Haripersad" userId="12083531-83ae-4401-9fea-e4209e9c256a" providerId="ADAL" clId="{19DBB87E-3351-407B-8D60-D29D8397A8BE}" dt="2026-11-01T20:25:55.144" v="677"/>
          <ac:cxnSpMkLst>
            <pc:docMk/>
            <pc:sldMk cId="701750436" sldId="298"/>
            <ac:cxnSpMk id="26" creationId="{1BE8C093-84AB-BF09-C2D6-6432D8B3B6E6}"/>
          </ac:cxnSpMkLst>
        </pc:cxnChg>
      </pc:sldChg>
      <pc:sldChg chg="modSp add">
        <pc:chgData name="Mr. T Haripersad" userId="12083531-83ae-4401-9fea-e4209e9c256a" providerId="ADAL" clId="{19DBB87E-3351-407B-8D60-D29D8397A8BE}" dt="2026-11-01T12:27:13.860" v="39"/>
        <pc:sldMkLst>
          <pc:docMk/>
          <pc:sldMk cId="3658524494" sldId="299"/>
        </pc:sldMkLst>
        <pc:spChg chg="mod">
          <ac:chgData name="Mr. T Haripersad" userId="12083531-83ae-4401-9fea-e4209e9c256a" providerId="ADAL" clId="{19DBB87E-3351-407B-8D60-D29D8397A8BE}" dt="2026-11-01T12:27:13.860" v="39"/>
          <ac:spMkLst>
            <pc:docMk/>
            <pc:sldMk cId="3658524494" sldId="299"/>
            <ac:spMk id="9" creationId="{BBA490D4-7E0D-67AE-CA13-BE367DB98BBD}"/>
          </ac:spMkLst>
        </pc:spChg>
      </pc:sldChg>
      <pc:sldChg chg="addSp modSp add ord">
        <pc:chgData name="Mr. T Haripersad" userId="12083531-83ae-4401-9fea-e4209e9c256a" providerId="ADAL" clId="{19DBB87E-3351-407B-8D60-D29D8397A8BE}" dt="2026-11-01T12:34:27.810" v="56"/>
        <pc:sldMkLst>
          <pc:docMk/>
          <pc:sldMk cId="3869821783" sldId="300"/>
        </pc:sldMkLst>
        <pc:spChg chg="mod">
          <ac:chgData name="Mr. T Haripersad" userId="12083531-83ae-4401-9fea-e4209e9c256a" providerId="ADAL" clId="{19DBB87E-3351-407B-8D60-D29D8397A8BE}" dt="2026-11-01T12:32:54.249" v="53"/>
          <ac:spMkLst>
            <pc:docMk/>
            <pc:sldMk cId="3869821783" sldId="300"/>
            <ac:spMk id="9" creationId="{EA0E4BFF-95AD-AE85-F45B-F59E95975516}"/>
          </ac:spMkLst>
        </pc:spChg>
        <pc:spChg chg="mod">
          <ac:chgData name="Mr. T Haripersad" userId="12083531-83ae-4401-9fea-e4209e9c256a" providerId="ADAL" clId="{19DBB87E-3351-407B-8D60-D29D8397A8BE}" dt="2026-11-01T12:34:27.810" v="56"/>
          <ac:spMkLst>
            <pc:docMk/>
            <pc:sldMk cId="3869821783" sldId="300"/>
            <ac:spMk id="10" creationId="{BF5A0E0E-1EAF-3A30-85B0-3780BF959382}"/>
          </ac:spMkLst>
        </pc:spChg>
        <pc:spChg chg="mod">
          <ac:chgData name="Mr. T Haripersad" userId="12083531-83ae-4401-9fea-e4209e9c256a" providerId="ADAL" clId="{19DBB87E-3351-407B-8D60-D29D8397A8BE}" dt="2026-11-01T12:34:27.810" v="56"/>
          <ac:spMkLst>
            <pc:docMk/>
            <pc:sldMk cId="3869821783" sldId="300"/>
            <ac:spMk id="11" creationId="{EF8CC1B1-4E36-AC4E-45C3-3688D110753B}"/>
          </ac:spMkLst>
        </pc:spChg>
        <pc:spChg chg="mod">
          <ac:chgData name="Mr. T Haripersad" userId="12083531-83ae-4401-9fea-e4209e9c256a" providerId="ADAL" clId="{19DBB87E-3351-407B-8D60-D29D8397A8BE}" dt="2026-11-01T12:34:27.810" v="56"/>
          <ac:spMkLst>
            <pc:docMk/>
            <pc:sldMk cId="3869821783" sldId="300"/>
            <ac:spMk id="14" creationId="{C9163154-85B3-4FCD-278A-2F3CB46250D8}"/>
          </ac:spMkLst>
        </pc:spChg>
        <pc:spChg chg="mod">
          <ac:chgData name="Mr. T Haripersad" userId="12083531-83ae-4401-9fea-e4209e9c256a" providerId="ADAL" clId="{19DBB87E-3351-407B-8D60-D29D8397A8BE}" dt="2026-11-01T12:34:27.810" v="56"/>
          <ac:spMkLst>
            <pc:docMk/>
            <pc:sldMk cId="3869821783" sldId="300"/>
            <ac:spMk id="16" creationId="{3B31C03D-B31C-2529-C4BF-C10CE1C2FA54}"/>
          </ac:spMkLst>
        </pc:spChg>
        <pc:grpChg chg="add mod">
          <ac:chgData name="Mr. T Haripersad" userId="12083531-83ae-4401-9fea-e4209e9c256a" providerId="ADAL" clId="{19DBB87E-3351-407B-8D60-D29D8397A8BE}" dt="2026-11-01T12:34:27.810" v="56"/>
          <ac:grpSpMkLst>
            <pc:docMk/>
            <pc:sldMk cId="3869821783" sldId="300"/>
            <ac:grpSpMk id="5" creationId="{6FFD2702-0ACC-F70C-4964-8B7D5FDAF065}"/>
          </ac:grpSpMkLst>
        </pc:grpChg>
        <pc:cxnChg chg="mod">
          <ac:chgData name="Mr. T Haripersad" userId="12083531-83ae-4401-9fea-e4209e9c256a" providerId="ADAL" clId="{19DBB87E-3351-407B-8D60-D29D8397A8BE}" dt="2026-11-01T12:34:27.810" v="56"/>
          <ac:cxnSpMkLst>
            <pc:docMk/>
            <pc:sldMk cId="3869821783" sldId="300"/>
            <ac:cxnSpMk id="12" creationId="{90C9E850-BE46-A1A5-32B1-47E78FA06816}"/>
          </ac:cxnSpMkLst>
        </pc:cxnChg>
        <pc:cxnChg chg="mod">
          <ac:chgData name="Mr. T Haripersad" userId="12083531-83ae-4401-9fea-e4209e9c256a" providerId="ADAL" clId="{19DBB87E-3351-407B-8D60-D29D8397A8BE}" dt="2026-11-01T12:34:27.810" v="56"/>
          <ac:cxnSpMkLst>
            <pc:docMk/>
            <pc:sldMk cId="3869821783" sldId="300"/>
            <ac:cxnSpMk id="13" creationId="{FE0FD5E6-4D40-E3FD-5BBB-0C9DFC6965F1}"/>
          </ac:cxnSpMkLst>
        </pc:cxnChg>
        <pc:cxnChg chg="mod">
          <ac:chgData name="Mr. T Haripersad" userId="12083531-83ae-4401-9fea-e4209e9c256a" providerId="ADAL" clId="{19DBB87E-3351-407B-8D60-D29D8397A8BE}" dt="2026-11-01T12:34:27.810" v="56"/>
          <ac:cxnSpMkLst>
            <pc:docMk/>
            <pc:sldMk cId="3869821783" sldId="300"/>
            <ac:cxnSpMk id="15" creationId="{9BF686D9-B5F0-149E-2C07-8F6FD104E7AB}"/>
          </ac:cxnSpMkLst>
        </pc:cxnChg>
      </pc:sldChg>
      <pc:sldChg chg="addSp delSp modSp add mod ord modNotesTx">
        <pc:chgData name="Mr. T Haripersad" userId="12083531-83ae-4401-9fea-e4209e9c256a" providerId="ADAL" clId="{19DBB87E-3351-407B-8D60-D29D8397A8BE}" dt="2026-11-01T20:46:52.420" v="712" actId="14100"/>
        <pc:sldMkLst>
          <pc:docMk/>
          <pc:sldMk cId="833440636" sldId="301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833440636" sldId="301"/>
            <ac:spMk id="8" creationId="{D1D457FF-EBEC-580E-3FCA-CA1BB4494188}"/>
          </ac:spMkLst>
        </pc:spChg>
        <pc:spChg chg="mod">
          <ac:chgData name="Mr. T Haripersad" userId="12083531-83ae-4401-9fea-e4209e9c256a" providerId="ADAL" clId="{19DBB87E-3351-407B-8D60-D29D8397A8BE}" dt="2026-11-01T12:22:20.530" v="33"/>
          <ac:spMkLst>
            <pc:docMk/>
            <pc:sldMk cId="833440636" sldId="301"/>
            <ac:spMk id="9" creationId="{64A303AE-F2D2-CFA2-A23E-E853484C9E31}"/>
          </ac:spMkLst>
        </pc:spChg>
        <pc:spChg chg="add del">
          <ac:chgData name="Mr. T Haripersad" userId="12083531-83ae-4401-9fea-e4209e9c256a" providerId="ADAL" clId="{19DBB87E-3351-407B-8D60-D29D8397A8BE}" dt="2026-11-01T20:18:51.282" v="636" actId="478"/>
          <ac:spMkLst>
            <pc:docMk/>
            <pc:sldMk cId="833440636" sldId="301"/>
            <ac:spMk id="10" creationId="{C9075B37-2899-9841-C543-721C642316F6}"/>
          </ac:spMkLst>
        </pc:spChg>
        <pc:spChg chg="mod">
          <ac:chgData name="Mr. T Haripersad" userId="12083531-83ae-4401-9fea-e4209e9c256a" providerId="ADAL" clId="{19DBB87E-3351-407B-8D60-D29D8397A8BE}" dt="2026-11-01T20:45:44.285" v="702"/>
          <ac:spMkLst>
            <pc:docMk/>
            <pc:sldMk cId="833440636" sldId="301"/>
            <ac:spMk id="12" creationId="{8A79B138-315F-6CE5-BA76-0CA6E1021AE3}"/>
          </ac:spMkLst>
        </pc:spChg>
        <pc:spChg chg="mod">
          <ac:chgData name="Mr. T Haripersad" userId="12083531-83ae-4401-9fea-e4209e9c256a" providerId="ADAL" clId="{19DBB87E-3351-407B-8D60-D29D8397A8BE}" dt="2026-11-01T20:45:44.285" v="702"/>
          <ac:spMkLst>
            <pc:docMk/>
            <pc:sldMk cId="833440636" sldId="301"/>
            <ac:spMk id="13" creationId="{60AEDCF0-E550-05A7-7C7E-B0B6F6D1D91D}"/>
          </ac:spMkLst>
        </pc:spChg>
        <pc:spChg chg="mod">
          <ac:chgData name="Mr. T Haripersad" userId="12083531-83ae-4401-9fea-e4209e9c256a" providerId="ADAL" clId="{19DBB87E-3351-407B-8D60-D29D8397A8BE}" dt="2026-11-01T20:45:44.285" v="702"/>
          <ac:spMkLst>
            <pc:docMk/>
            <pc:sldMk cId="833440636" sldId="301"/>
            <ac:spMk id="15" creationId="{AD33696C-08A0-79FA-74B8-09613D63C2BC}"/>
          </ac:spMkLst>
        </pc:spChg>
        <pc:spChg chg="mod">
          <ac:chgData name="Mr. T Haripersad" userId="12083531-83ae-4401-9fea-e4209e9c256a" providerId="ADAL" clId="{19DBB87E-3351-407B-8D60-D29D8397A8BE}" dt="2026-11-01T20:46:03.942" v="706"/>
          <ac:spMkLst>
            <pc:docMk/>
            <pc:sldMk cId="833440636" sldId="301"/>
            <ac:spMk id="19" creationId="{D789AAB2-F951-2D18-BDB0-773C2EA5DA06}"/>
          </ac:spMkLst>
        </pc:spChg>
        <pc:spChg chg="mod">
          <ac:chgData name="Mr. T Haripersad" userId="12083531-83ae-4401-9fea-e4209e9c256a" providerId="ADAL" clId="{19DBB87E-3351-407B-8D60-D29D8397A8BE}" dt="2026-11-01T20:46:03.942" v="706"/>
          <ac:spMkLst>
            <pc:docMk/>
            <pc:sldMk cId="833440636" sldId="301"/>
            <ac:spMk id="20" creationId="{6F948FB6-C42A-7A6A-0E3B-B8B49A6670D5}"/>
          </ac:spMkLst>
        </pc:spChg>
        <pc:spChg chg="mod">
          <ac:chgData name="Mr. T Haripersad" userId="12083531-83ae-4401-9fea-e4209e9c256a" providerId="ADAL" clId="{19DBB87E-3351-407B-8D60-D29D8397A8BE}" dt="2026-11-01T20:46:03.942" v="706"/>
          <ac:spMkLst>
            <pc:docMk/>
            <pc:sldMk cId="833440636" sldId="301"/>
            <ac:spMk id="22" creationId="{DA58C5A8-59E0-E3E4-C778-640738BDA913}"/>
          </ac:spMkLst>
        </pc:spChg>
        <pc:spChg chg="del">
          <ac:chgData name="Mr. T Haripersad" userId="12083531-83ae-4401-9fea-e4209e9c256a" providerId="ADAL" clId="{19DBB87E-3351-407B-8D60-D29D8397A8BE}" dt="2026-11-01T19:35:22.323" v="344" actId="478"/>
          <ac:spMkLst>
            <pc:docMk/>
            <pc:sldMk cId="833440636" sldId="301"/>
            <ac:spMk id="37" creationId="{8199F7F4-0080-E620-168D-341D2BA1A7AE}"/>
          </ac:spMkLst>
        </pc:spChg>
        <pc:grpChg chg="add mod">
          <ac:chgData name="Mr. T Haripersad" userId="12083531-83ae-4401-9fea-e4209e9c256a" providerId="ADAL" clId="{19DBB87E-3351-407B-8D60-D29D8397A8BE}" dt="2026-11-01T20:45:44.285" v="702"/>
          <ac:grpSpMkLst>
            <pc:docMk/>
            <pc:sldMk cId="833440636" sldId="301"/>
            <ac:grpSpMk id="11" creationId="{B09157B5-1D0F-08AD-ECAB-9576B35D41D1}"/>
          </ac:grpSpMkLst>
        </pc:grpChg>
        <pc:grpChg chg="add mod">
          <ac:chgData name="Mr. T Haripersad" userId="12083531-83ae-4401-9fea-e4209e9c256a" providerId="ADAL" clId="{19DBB87E-3351-407B-8D60-D29D8397A8BE}" dt="2026-11-01T20:46:52.420" v="712" actId="14100"/>
          <ac:grpSpMkLst>
            <pc:docMk/>
            <pc:sldMk cId="833440636" sldId="301"/>
            <ac:grpSpMk id="18" creationId="{E6407014-05C8-FE02-D091-A9CB704B5ABB}"/>
          </ac:grpSpMkLst>
        </pc:grpChg>
        <pc:grpChg chg="del">
          <ac:chgData name="Mr. T Haripersad" userId="12083531-83ae-4401-9fea-e4209e9c256a" providerId="ADAL" clId="{19DBB87E-3351-407B-8D60-D29D8397A8BE}" dt="2026-11-01T20:18:51.282" v="636" actId="478"/>
          <ac:grpSpMkLst>
            <pc:docMk/>
            <pc:sldMk cId="833440636" sldId="301"/>
            <ac:grpSpMk id="38" creationId="{EAC79CA0-5579-31F6-B57D-6ADD4D5468BC}"/>
          </ac:grpSpMkLst>
        </pc:grpChg>
        <pc:picChg chg="add mod">
          <ac:chgData name="Mr. T Haripersad" userId="12083531-83ae-4401-9fea-e4209e9c256a" providerId="ADAL" clId="{19DBB87E-3351-407B-8D60-D29D8397A8BE}" dt="2026-11-01T20:46:28.417" v="708" actId="14100"/>
          <ac:picMkLst>
            <pc:docMk/>
            <pc:sldMk cId="833440636" sldId="301"/>
            <ac:picMk id="17" creationId="{0AB8105E-E571-F935-05CB-8F8AD5D10787}"/>
          </ac:picMkLst>
        </pc:picChg>
        <pc:cxnChg chg="mod">
          <ac:chgData name="Mr. T Haripersad" userId="12083531-83ae-4401-9fea-e4209e9c256a" providerId="ADAL" clId="{19DBB87E-3351-407B-8D60-D29D8397A8BE}" dt="2026-11-01T20:45:44.285" v="702"/>
          <ac:cxnSpMkLst>
            <pc:docMk/>
            <pc:sldMk cId="833440636" sldId="301"/>
            <ac:cxnSpMk id="14" creationId="{E2D305B2-CC21-A0A4-BDB7-8855446F58AE}"/>
          </ac:cxnSpMkLst>
        </pc:cxnChg>
        <pc:cxnChg chg="mod">
          <ac:chgData name="Mr. T Haripersad" userId="12083531-83ae-4401-9fea-e4209e9c256a" providerId="ADAL" clId="{19DBB87E-3351-407B-8D60-D29D8397A8BE}" dt="2026-11-01T20:46:03.942" v="706"/>
          <ac:cxnSpMkLst>
            <pc:docMk/>
            <pc:sldMk cId="833440636" sldId="301"/>
            <ac:cxnSpMk id="21" creationId="{AD69494B-180B-F776-F1D4-86A4DD39605B}"/>
          </ac:cxnSpMkLst>
        </pc:cxnChg>
      </pc:sldChg>
      <pc:sldChg chg="addSp delSp modSp add del mod ord modNotesTx">
        <pc:chgData name="Mr. T Haripersad" userId="12083531-83ae-4401-9fea-e4209e9c256a" providerId="ADAL" clId="{19DBB87E-3351-407B-8D60-D29D8397A8BE}" dt="2026-11-01T20:32:46.337" v="693" actId="14100"/>
        <pc:sldMkLst>
          <pc:docMk/>
          <pc:sldMk cId="1972194253" sldId="302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1972194253" sldId="302"/>
            <ac:spMk id="8" creationId="{2D0789A0-D3E9-66FD-7539-6A6A6BF8AE70}"/>
          </ac:spMkLst>
        </pc:spChg>
        <pc:spChg chg="add del">
          <ac:chgData name="Mr. T Haripersad" userId="12083531-83ae-4401-9fea-e4209e9c256a" providerId="ADAL" clId="{19DBB87E-3351-407B-8D60-D29D8397A8BE}" dt="2026-11-01T20:18:47.578" v="635" actId="478"/>
          <ac:spMkLst>
            <pc:docMk/>
            <pc:sldMk cId="1972194253" sldId="302"/>
            <ac:spMk id="10" creationId="{2D4A0C70-18F6-A26A-221C-5AD5F8FDC936}"/>
          </ac:spMkLst>
        </pc:spChg>
        <pc:spChg chg="mod">
          <ac:chgData name="Mr. T Haripersad" userId="12083531-83ae-4401-9fea-e4209e9c256a" providerId="ADAL" clId="{19DBB87E-3351-407B-8D60-D29D8397A8BE}" dt="2026-11-01T20:31:55.759" v="687"/>
          <ac:spMkLst>
            <pc:docMk/>
            <pc:sldMk cId="1972194253" sldId="302"/>
            <ac:spMk id="15" creationId="{D8552612-1BFC-B4A8-0C2B-BE41B56C88B0}"/>
          </ac:spMkLst>
        </pc:spChg>
        <pc:spChg chg="mod">
          <ac:chgData name="Mr. T Haripersad" userId="12083531-83ae-4401-9fea-e4209e9c256a" providerId="ADAL" clId="{19DBB87E-3351-407B-8D60-D29D8397A8BE}" dt="2026-11-01T20:31:55.759" v="687"/>
          <ac:spMkLst>
            <pc:docMk/>
            <pc:sldMk cId="1972194253" sldId="302"/>
            <ac:spMk id="16" creationId="{2FCD1825-2594-CD0F-EE95-22D8B50A67F0}"/>
          </ac:spMkLst>
        </pc:spChg>
        <pc:spChg chg="mod">
          <ac:chgData name="Mr. T Haripersad" userId="12083531-83ae-4401-9fea-e4209e9c256a" providerId="ADAL" clId="{19DBB87E-3351-407B-8D60-D29D8397A8BE}" dt="2026-11-01T20:31:55.759" v="687"/>
          <ac:spMkLst>
            <pc:docMk/>
            <pc:sldMk cId="1972194253" sldId="302"/>
            <ac:spMk id="18" creationId="{E0A81F0E-B1FF-2AD6-3D6E-6EA8037520C9}"/>
          </ac:spMkLst>
        </pc:spChg>
        <pc:spChg chg="mod">
          <ac:chgData name="Mr. T Haripersad" userId="12083531-83ae-4401-9fea-e4209e9c256a" providerId="ADAL" clId="{19DBB87E-3351-407B-8D60-D29D8397A8BE}" dt="2026-11-01T20:32:05.409" v="688"/>
          <ac:spMkLst>
            <pc:docMk/>
            <pc:sldMk cId="1972194253" sldId="302"/>
            <ac:spMk id="20" creationId="{0D8632EC-9DDA-AAEC-1260-D98E4415E757}"/>
          </ac:spMkLst>
        </pc:spChg>
        <pc:spChg chg="mod">
          <ac:chgData name="Mr. T Haripersad" userId="12083531-83ae-4401-9fea-e4209e9c256a" providerId="ADAL" clId="{19DBB87E-3351-407B-8D60-D29D8397A8BE}" dt="2026-11-01T20:32:05.409" v="688"/>
          <ac:spMkLst>
            <pc:docMk/>
            <pc:sldMk cId="1972194253" sldId="302"/>
            <ac:spMk id="21" creationId="{9E6DFD0E-D602-21C2-8624-78900639BC9B}"/>
          </ac:spMkLst>
        </pc:spChg>
        <pc:spChg chg="mod">
          <ac:chgData name="Mr. T Haripersad" userId="12083531-83ae-4401-9fea-e4209e9c256a" providerId="ADAL" clId="{19DBB87E-3351-407B-8D60-D29D8397A8BE}" dt="2026-11-01T20:32:05.409" v="688"/>
          <ac:spMkLst>
            <pc:docMk/>
            <pc:sldMk cId="1972194253" sldId="302"/>
            <ac:spMk id="23" creationId="{19974B61-0780-902D-8D0B-4F8F99F46845}"/>
          </ac:spMkLst>
        </pc:spChg>
        <pc:spChg chg="del">
          <ac:chgData name="Mr. T Haripersad" userId="12083531-83ae-4401-9fea-e4209e9c256a" providerId="ADAL" clId="{19DBB87E-3351-407B-8D60-D29D8397A8BE}" dt="2026-11-01T19:35:27.312" v="346" actId="478"/>
          <ac:spMkLst>
            <pc:docMk/>
            <pc:sldMk cId="1972194253" sldId="302"/>
            <ac:spMk id="37" creationId="{C920C157-4DEE-8AF6-9484-603CCD6FFCAB}"/>
          </ac:spMkLst>
        </pc:spChg>
        <pc:grpChg chg="add mod">
          <ac:chgData name="Mr. T Haripersad" userId="12083531-83ae-4401-9fea-e4209e9c256a" providerId="ADAL" clId="{19DBB87E-3351-407B-8D60-D29D8397A8BE}" dt="2026-11-01T20:31:55.759" v="687"/>
          <ac:grpSpMkLst>
            <pc:docMk/>
            <pc:sldMk cId="1972194253" sldId="302"/>
            <ac:grpSpMk id="14" creationId="{F5C18176-5622-1EA1-96EF-C2EC927A28E3}"/>
          </ac:grpSpMkLst>
        </pc:grpChg>
        <pc:grpChg chg="add mod">
          <ac:chgData name="Mr. T Haripersad" userId="12083531-83ae-4401-9fea-e4209e9c256a" providerId="ADAL" clId="{19DBB87E-3351-407B-8D60-D29D8397A8BE}" dt="2026-11-01T20:32:46.337" v="693" actId="14100"/>
          <ac:grpSpMkLst>
            <pc:docMk/>
            <pc:sldMk cId="1972194253" sldId="302"/>
            <ac:grpSpMk id="19" creationId="{E98CD4AA-6601-A12A-3EAD-B04D741DA2FB}"/>
          </ac:grpSpMkLst>
        </pc:grpChg>
        <pc:grpChg chg="del">
          <ac:chgData name="Mr. T Haripersad" userId="12083531-83ae-4401-9fea-e4209e9c256a" providerId="ADAL" clId="{19DBB87E-3351-407B-8D60-D29D8397A8BE}" dt="2026-11-01T20:18:47.578" v="635" actId="478"/>
          <ac:grpSpMkLst>
            <pc:docMk/>
            <pc:sldMk cId="1972194253" sldId="302"/>
            <ac:grpSpMk id="38" creationId="{4D0ECE0F-882F-9835-0598-FC2A56194C19}"/>
          </ac:grpSpMkLst>
        </pc:grpChg>
        <pc:picChg chg="add mod">
          <ac:chgData name="Mr. T Haripersad" userId="12083531-83ae-4401-9fea-e4209e9c256a" providerId="ADAL" clId="{19DBB87E-3351-407B-8D60-D29D8397A8BE}" dt="2026-11-01T20:31:46.615" v="686" actId="1076"/>
          <ac:picMkLst>
            <pc:docMk/>
            <pc:sldMk cId="1972194253" sldId="302"/>
            <ac:picMk id="12" creationId="{D2F4ED05-7DDE-E081-2977-3D89054A7768}"/>
          </ac:picMkLst>
        </pc:picChg>
        <pc:picChg chg="add mod">
          <ac:chgData name="Mr. T Haripersad" userId="12083531-83ae-4401-9fea-e4209e9c256a" providerId="ADAL" clId="{19DBB87E-3351-407B-8D60-D29D8397A8BE}" dt="2026-11-01T20:31:55.759" v="687"/>
          <ac:picMkLst>
            <pc:docMk/>
            <pc:sldMk cId="1972194253" sldId="302"/>
            <ac:picMk id="13" creationId="{6B5BBC7E-A93F-C32F-7006-56E7322C696F}"/>
          </ac:picMkLst>
        </pc:picChg>
        <pc:cxnChg chg="mod">
          <ac:chgData name="Mr. T Haripersad" userId="12083531-83ae-4401-9fea-e4209e9c256a" providerId="ADAL" clId="{19DBB87E-3351-407B-8D60-D29D8397A8BE}" dt="2026-11-01T20:31:55.759" v="687"/>
          <ac:cxnSpMkLst>
            <pc:docMk/>
            <pc:sldMk cId="1972194253" sldId="302"/>
            <ac:cxnSpMk id="17" creationId="{21AD88A5-9CEC-A9E3-D71F-1E1387BB6806}"/>
          </ac:cxnSpMkLst>
        </pc:cxnChg>
        <pc:cxnChg chg="mod">
          <ac:chgData name="Mr. T Haripersad" userId="12083531-83ae-4401-9fea-e4209e9c256a" providerId="ADAL" clId="{19DBB87E-3351-407B-8D60-D29D8397A8BE}" dt="2026-11-01T20:32:05.409" v="688"/>
          <ac:cxnSpMkLst>
            <pc:docMk/>
            <pc:sldMk cId="1972194253" sldId="302"/>
            <ac:cxnSpMk id="22" creationId="{9185C91F-779D-149A-4A68-E6E0F1CD69D8}"/>
          </ac:cxnSpMkLst>
        </pc:cxnChg>
      </pc:sldChg>
      <pc:sldChg chg="add ord">
        <pc:chgData name="Mr. T Haripersad" userId="12083531-83ae-4401-9fea-e4209e9c256a" providerId="ADAL" clId="{19DBB87E-3351-407B-8D60-D29D8397A8BE}" dt="2026-11-01T12:23:14.089" v="35"/>
        <pc:sldMkLst>
          <pc:docMk/>
          <pc:sldMk cId="2049760445" sldId="302"/>
        </pc:sldMkLst>
      </pc:sldChg>
      <pc:sldChg chg="addSp delSp modSp add del mod modNotesTx">
        <pc:chgData name="Mr. T Haripersad" userId="12083531-83ae-4401-9fea-e4209e9c256a" providerId="ADAL" clId="{19DBB87E-3351-407B-8D60-D29D8397A8BE}" dt="2026-11-01T20:28:11.471" v="683"/>
        <pc:sldMkLst>
          <pc:docMk/>
          <pc:sldMk cId="3763878253" sldId="303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3763878253" sldId="303"/>
            <ac:spMk id="8" creationId="{1054ADA8-424A-0797-F13C-8A3690BCEFEE}"/>
          </ac:spMkLst>
        </pc:spChg>
        <pc:spChg chg="mod">
          <ac:chgData name="Mr. T Haripersad" userId="12083531-83ae-4401-9fea-e4209e9c256a" providerId="ADAL" clId="{19DBB87E-3351-407B-8D60-D29D8397A8BE}" dt="2026-11-01T12:30:25.420" v="52"/>
          <ac:spMkLst>
            <pc:docMk/>
            <pc:sldMk cId="3763878253" sldId="303"/>
            <ac:spMk id="9" creationId="{4A983555-2D3B-2CEB-1A85-C73649A6B81D}"/>
          </ac:spMkLst>
        </pc:spChg>
        <pc:spChg chg="add del">
          <ac:chgData name="Mr. T Haripersad" userId="12083531-83ae-4401-9fea-e4209e9c256a" providerId="ADAL" clId="{19DBB87E-3351-407B-8D60-D29D8397A8BE}" dt="2026-11-01T20:19:01.844" v="638" actId="478"/>
          <ac:spMkLst>
            <pc:docMk/>
            <pc:sldMk cId="3763878253" sldId="303"/>
            <ac:spMk id="10" creationId="{A17DDC2E-73D5-6B5A-44B2-E09A96CE3141}"/>
          </ac:spMkLst>
        </pc:spChg>
        <pc:spChg chg="mod">
          <ac:chgData name="Mr. T Haripersad" userId="12083531-83ae-4401-9fea-e4209e9c256a" providerId="ADAL" clId="{19DBB87E-3351-407B-8D60-D29D8397A8BE}" dt="2026-11-01T20:28:11.471" v="683"/>
          <ac:spMkLst>
            <pc:docMk/>
            <pc:sldMk cId="3763878253" sldId="303"/>
            <ac:spMk id="13" creationId="{B24FE4A4-13C7-D363-85D0-E3412E5E4F50}"/>
          </ac:spMkLst>
        </pc:spChg>
        <pc:spChg chg="mod">
          <ac:chgData name="Mr. T Haripersad" userId="12083531-83ae-4401-9fea-e4209e9c256a" providerId="ADAL" clId="{19DBB87E-3351-407B-8D60-D29D8397A8BE}" dt="2026-11-01T20:28:11.471" v="683"/>
          <ac:spMkLst>
            <pc:docMk/>
            <pc:sldMk cId="3763878253" sldId="303"/>
            <ac:spMk id="14" creationId="{E6CEE636-A7F3-839D-6D87-22C93ED60AD4}"/>
          </ac:spMkLst>
        </pc:spChg>
        <pc:spChg chg="mod">
          <ac:chgData name="Mr. T Haripersad" userId="12083531-83ae-4401-9fea-e4209e9c256a" providerId="ADAL" clId="{19DBB87E-3351-407B-8D60-D29D8397A8BE}" dt="2026-11-01T20:28:11.471" v="683"/>
          <ac:spMkLst>
            <pc:docMk/>
            <pc:sldMk cId="3763878253" sldId="303"/>
            <ac:spMk id="16" creationId="{CC533EB6-3D4D-09BB-318F-50A295483102}"/>
          </ac:spMkLst>
        </pc:spChg>
        <pc:spChg chg="del">
          <ac:chgData name="Mr. T Haripersad" userId="12083531-83ae-4401-9fea-e4209e9c256a" providerId="ADAL" clId="{19DBB87E-3351-407B-8D60-D29D8397A8BE}" dt="2026-11-01T19:35:11.440" v="340" actId="478"/>
          <ac:spMkLst>
            <pc:docMk/>
            <pc:sldMk cId="3763878253" sldId="303"/>
            <ac:spMk id="37" creationId="{DCE36584-3E49-3277-2800-BE9240DCB238}"/>
          </ac:spMkLst>
        </pc:spChg>
        <pc:grpChg chg="add mod">
          <ac:chgData name="Mr. T Haripersad" userId="12083531-83ae-4401-9fea-e4209e9c256a" providerId="ADAL" clId="{19DBB87E-3351-407B-8D60-D29D8397A8BE}" dt="2026-11-01T20:28:11.471" v="683"/>
          <ac:grpSpMkLst>
            <pc:docMk/>
            <pc:sldMk cId="3763878253" sldId="303"/>
            <ac:grpSpMk id="12" creationId="{757604CF-7ACB-A5D5-8DEA-1CAAEAF40289}"/>
          </ac:grpSpMkLst>
        </pc:grpChg>
        <pc:grpChg chg="del">
          <ac:chgData name="Mr. T Haripersad" userId="12083531-83ae-4401-9fea-e4209e9c256a" providerId="ADAL" clId="{19DBB87E-3351-407B-8D60-D29D8397A8BE}" dt="2026-11-01T20:19:01.844" v="638" actId="478"/>
          <ac:grpSpMkLst>
            <pc:docMk/>
            <pc:sldMk cId="3763878253" sldId="303"/>
            <ac:grpSpMk id="38" creationId="{6B816CA7-2A06-0A8D-AEFA-3872B2A2FCE4}"/>
          </ac:grpSpMkLst>
        </pc:grpChg>
        <pc:picChg chg="add mod">
          <ac:chgData name="Mr. T Haripersad" userId="12083531-83ae-4401-9fea-e4209e9c256a" providerId="ADAL" clId="{19DBB87E-3351-407B-8D60-D29D8397A8BE}" dt="2026-11-01T20:28:11.471" v="683"/>
          <ac:picMkLst>
            <pc:docMk/>
            <pc:sldMk cId="3763878253" sldId="303"/>
            <ac:picMk id="11" creationId="{36C57FCD-A18B-8E78-B8D1-898653A191A1}"/>
          </ac:picMkLst>
        </pc:picChg>
        <pc:cxnChg chg="mod">
          <ac:chgData name="Mr. T Haripersad" userId="12083531-83ae-4401-9fea-e4209e9c256a" providerId="ADAL" clId="{19DBB87E-3351-407B-8D60-D29D8397A8BE}" dt="2026-11-01T20:28:11.471" v="683"/>
          <ac:cxnSpMkLst>
            <pc:docMk/>
            <pc:sldMk cId="3763878253" sldId="303"/>
            <ac:cxnSpMk id="15" creationId="{67D7412E-117B-DA92-AF14-7E50061954FB}"/>
          </ac:cxnSpMkLst>
        </pc:cxnChg>
      </pc:sldChg>
      <pc:sldChg chg="addSp delSp modSp add mod modNotesTx">
        <pc:chgData name="Mr. T Haripersad" userId="12083531-83ae-4401-9fea-e4209e9c256a" providerId="ADAL" clId="{19DBB87E-3351-407B-8D60-D29D8397A8BE}" dt="2026-11-01T20:36:28.849" v="701" actId="14100"/>
        <pc:sldMkLst>
          <pc:docMk/>
          <pc:sldMk cId="2732815225" sldId="304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2732815225" sldId="304"/>
            <ac:spMk id="8" creationId="{F5A3967C-5CE4-F3B5-224C-D19DEBF3F5A5}"/>
          </ac:spMkLst>
        </pc:spChg>
        <pc:spChg chg="mod">
          <ac:chgData name="Mr. T Haripersad" userId="12083531-83ae-4401-9fea-e4209e9c256a" providerId="ADAL" clId="{19DBB87E-3351-407B-8D60-D29D8397A8BE}" dt="2026-11-01T12:33:26.913" v="55"/>
          <ac:spMkLst>
            <pc:docMk/>
            <pc:sldMk cId="2732815225" sldId="304"/>
            <ac:spMk id="9" creationId="{C58A7A81-B928-6205-4A58-21632EC60ACC}"/>
          </ac:spMkLst>
        </pc:spChg>
        <pc:spChg chg="mod">
          <ac:chgData name="Mr. T Haripersad" userId="12083531-83ae-4401-9fea-e4209e9c256a" providerId="ADAL" clId="{19DBB87E-3351-407B-8D60-D29D8397A8BE}" dt="2026-11-01T12:35:16.149" v="57"/>
          <ac:spMkLst>
            <pc:docMk/>
            <pc:sldMk cId="2732815225" sldId="304"/>
            <ac:spMk id="10" creationId="{79844214-C158-374F-A359-82FA4F4C050E}"/>
          </ac:spMkLst>
        </pc:spChg>
        <pc:spChg chg="mod">
          <ac:chgData name="Mr. T Haripersad" userId="12083531-83ae-4401-9fea-e4209e9c256a" providerId="ADAL" clId="{19DBB87E-3351-407B-8D60-D29D8397A8BE}" dt="2026-11-01T12:35:16.149" v="57"/>
          <ac:spMkLst>
            <pc:docMk/>
            <pc:sldMk cId="2732815225" sldId="304"/>
            <ac:spMk id="11" creationId="{D16051D3-1DB6-190B-3314-CEDF7AA6147B}"/>
          </ac:spMkLst>
        </pc:spChg>
        <pc:spChg chg="mod">
          <ac:chgData name="Mr. T Haripersad" userId="12083531-83ae-4401-9fea-e4209e9c256a" providerId="ADAL" clId="{19DBB87E-3351-407B-8D60-D29D8397A8BE}" dt="2026-11-01T12:35:16.149" v="57"/>
          <ac:spMkLst>
            <pc:docMk/>
            <pc:sldMk cId="2732815225" sldId="304"/>
            <ac:spMk id="14" creationId="{CE6DC1B2-5AE7-6239-76F0-FC3E34DC37F7}"/>
          </ac:spMkLst>
        </pc:spChg>
        <pc:spChg chg="del mod">
          <ac:chgData name="Mr. T Haripersad" userId="12083531-83ae-4401-9fea-e4209e9c256a" providerId="ADAL" clId="{19DBB87E-3351-407B-8D60-D29D8397A8BE}" dt="2026-11-01T19:35:17.847" v="342" actId="478"/>
          <ac:spMkLst>
            <pc:docMk/>
            <pc:sldMk cId="2732815225" sldId="304"/>
            <ac:spMk id="16" creationId="{CB4F2BAC-851A-BB67-2DA7-78E64AD4D957}"/>
          </ac:spMkLst>
        </pc:spChg>
        <pc:spChg chg="add del">
          <ac:chgData name="Mr. T Haripersad" userId="12083531-83ae-4401-9fea-e4209e9c256a" providerId="ADAL" clId="{19DBB87E-3351-407B-8D60-D29D8397A8BE}" dt="2026-11-01T20:18:54.657" v="637" actId="478"/>
          <ac:spMkLst>
            <pc:docMk/>
            <pc:sldMk cId="2732815225" sldId="304"/>
            <ac:spMk id="18" creationId="{77C8D8E7-5A97-AB62-7380-658A2A25880B}"/>
          </ac:spMkLst>
        </pc:spChg>
        <pc:spChg chg="mod">
          <ac:chgData name="Mr. T Haripersad" userId="12083531-83ae-4401-9fea-e4209e9c256a" providerId="ADAL" clId="{19DBB87E-3351-407B-8D60-D29D8397A8BE}" dt="2026-11-01T20:36:04.548" v="697"/>
          <ac:spMkLst>
            <pc:docMk/>
            <pc:sldMk cId="2732815225" sldId="304"/>
            <ac:spMk id="22" creationId="{FA37ACA5-8AA8-F62F-3509-2DB3FE422B7A}"/>
          </ac:spMkLst>
        </pc:spChg>
        <pc:spChg chg="mod">
          <ac:chgData name="Mr. T Haripersad" userId="12083531-83ae-4401-9fea-e4209e9c256a" providerId="ADAL" clId="{19DBB87E-3351-407B-8D60-D29D8397A8BE}" dt="2026-11-01T20:36:04.548" v="697"/>
          <ac:spMkLst>
            <pc:docMk/>
            <pc:sldMk cId="2732815225" sldId="304"/>
            <ac:spMk id="23" creationId="{B8A77CED-E26A-9649-3CA9-EF0FA15F9AD8}"/>
          </ac:spMkLst>
        </pc:spChg>
        <pc:spChg chg="mod">
          <ac:chgData name="Mr. T Haripersad" userId="12083531-83ae-4401-9fea-e4209e9c256a" providerId="ADAL" clId="{19DBB87E-3351-407B-8D60-D29D8397A8BE}" dt="2026-11-01T20:36:04.548" v="697"/>
          <ac:spMkLst>
            <pc:docMk/>
            <pc:sldMk cId="2732815225" sldId="304"/>
            <ac:spMk id="25" creationId="{1D1A5254-9AF9-F2D6-5A61-573057554C67}"/>
          </ac:spMkLst>
        </pc:spChg>
        <pc:grpChg chg="add del mod">
          <ac:chgData name="Mr. T Haripersad" userId="12083531-83ae-4401-9fea-e4209e9c256a" providerId="ADAL" clId="{19DBB87E-3351-407B-8D60-D29D8397A8BE}" dt="2026-11-01T20:18:54.657" v="637" actId="478"/>
          <ac:grpSpMkLst>
            <pc:docMk/>
            <pc:sldMk cId="2732815225" sldId="304"/>
            <ac:grpSpMk id="5" creationId="{143178F5-E2AA-6CDC-5EB8-562E62FC43FB}"/>
          </ac:grpSpMkLst>
        </pc:grpChg>
        <pc:grpChg chg="add mod">
          <ac:chgData name="Mr. T Haripersad" userId="12083531-83ae-4401-9fea-e4209e9c256a" providerId="ADAL" clId="{19DBB87E-3351-407B-8D60-D29D8397A8BE}" dt="2026-11-01T20:36:28.849" v="701" actId="14100"/>
          <ac:grpSpMkLst>
            <pc:docMk/>
            <pc:sldMk cId="2732815225" sldId="304"/>
            <ac:grpSpMk id="21" creationId="{21AE5E36-464E-D3D1-F7FC-1539E493DD12}"/>
          </ac:grpSpMkLst>
        </pc:grpChg>
        <pc:picChg chg="add mod">
          <ac:chgData name="Mr. T Haripersad" userId="12083531-83ae-4401-9fea-e4209e9c256a" providerId="ADAL" clId="{19DBB87E-3351-407B-8D60-D29D8397A8BE}" dt="2026-11-01T20:35:54.608" v="696" actId="1076"/>
          <ac:picMkLst>
            <pc:docMk/>
            <pc:sldMk cId="2732815225" sldId="304"/>
            <ac:picMk id="20" creationId="{1846BE1D-85EE-29FA-93C6-9409457ABAE5}"/>
          </ac:picMkLst>
        </pc:picChg>
        <pc:cxnChg chg="mod">
          <ac:chgData name="Mr. T Haripersad" userId="12083531-83ae-4401-9fea-e4209e9c256a" providerId="ADAL" clId="{19DBB87E-3351-407B-8D60-D29D8397A8BE}" dt="2026-11-01T12:35:16.149" v="57"/>
          <ac:cxnSpMkLst>
            <pc:docMk/>
            <pc:sldMk cId="2732815225" sldId="304"/>
            <ac:cxnSpMk id="12" creationId="{685E714C-C61C-947A-4369-5061A45FBD95}"/>
          </ac:cxnSpMkLst>
        </pc:cxnChg>
        <pc:cxnChg chg="mod">
          <ac:chgData name="Mr. T Haripersad" userId="12083531-83ae-4401-9fea-e4209e9c256a" providerId="ADAL" clId="{19DBB87E-3351-407B-8D60-D29D8397A8BE}" dt="2026-11-01T12:35:16.149" v="57"/>
          <ac:cxnSpMkLst>
            <pc:docMk/>
            <pc:sldMk cId="2732815225" sldId="304"/>
            <ac:cxnSpMk id="13" creationId="{9F8E5C1B-8EBD-6153-88DC-5A93F50986B6}"/>
          </ac:cxnSpMkLst>
        </pc:cxnChg>
        <pc:cxnChg chg="mod">
          <ac:chgData name="Mr. T Haripersad" userId="12083531-83ae-4401-9fea-e4209e9c256a" providerId="ADAL" clId="{19DBB87E-3351-407B-8D60-D29D8397A8BE}" dt="2026-11-01T12:35:16.149" v="57"/>
          <ac:cxnSpMkLst>
            <pc:docMk/>
            <pc:sldMk cId="2732815225" sldId="304"/>
            <ac:cxnSpMk id="15" creationId="{5F0CE29D-DCE0-72C8-A048-2C87C0D87C59}"/>
          </ac:cxnSpMkLst>
        </pc:cxnChg>
        <pc:cxnChg chg="mod">
          <ac:chgData name="Mr. T Haripersad" userId="12083531-83ae-4401-9fea-e4209e9c256a" providerId="ADAL" clId="{19DBB87E-3351-407B-8D60-D29D8397A8BE}" dt="2026-11-01T20:36:04.548" v="697"/>
          <ac:cxnSpMkLst>
            <pc:docMk/>
            <pc:sldMk cId="2732815225" sldId="304"/>
            <ac:cxnSpMk id="24" creationId="{0E475773-A695-57DB-1D6A-46E29C1CFA00}"/>
          </ac:cxnSpMkLst>
        </pc:cxnChg>
      </pc:sldChg>
      <pc:sldChg chg="add del">
        <pc:chgData name="Mr. T Haripersad" userId="12083531-83ae-4401-9fea-e4209e9c256a" providerId="ADAL" clId="{19DBB87E-3351-407B-8D60-D29D8397A8BE}" dt="2026-11-01T12:29:32.334" v="47"/>
        <pc:sldMkLst>
          <pc:docMk/>
          <pc:sldMk cId="3573216686" sldId="304"/>
        </pc:sldMkLst>
      </pc:sldChg>
      <pc:sldChg chg="addSp delSp modSp add mod">
        <pc:chgData name="Mr. T Haripersad" userId="12083531-83ae-4401-9fea-e4209e9c256a" providerId="ADAL" clId="{19DBB87E-3351-407B-8D60-D29D8397A8BE}" dt="2026-11-01T21:14:52.973" v="763" actId="12789"/>
        <pc:sldMkLst>
          <pc:docMk/>
          <pc:sldMk cId="3718269116" sldId="305"/>
        </pc:sldMkLst>
        <pc:spChg chg="mod">
          <ac:chgData name="Mr. T Haripersad" userId="12083531-83ae-4401-9fea-e4209e9c256a" providerId="ADAL" clId="{19DBB87E-3351-407B-8D60-D29D8397A8BE}" dt="2026-11-01T21:14:52.973" v="763" actId="12789"/>
          <ac:spMkLst>
            <pc:docMk/>
            <pc:sldMk cId="3718269116" sldId="305"/>
            <ac:spMk id="2" creationId="{DD2EF767-84C7-C1C1-5780-316C1D0A4341}"/>
          </ac:spMkLst>
        </pc:spChg>
        <pc:spChg chg="mod">
          <ac:chgData name="Mr. T Haripersad" userId="12083531-83ae-4401-9fea-e4209e9c256a" providerId="ADAL" clId="{19DBB87E-3351-407B-8D60-D29D8397A8BE}" dt="2026-11-01T21:14:52.973" v="763" actId="12789"/>
          <ac:spMkLst>
            <pc:docMk/>
            <pc:sldMk cId="3718269116" sldId="305"/>
            <ac:spMk id="4" creationId="{8FCDD19E-FD4F-CBB9-2325-B8E0A656E5A6}"/>
          </ac:spMkLst>
        </pc:spChg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3718269116" sldId="305"/>
            <ac:spMk id="8" creationId="{259757A4-53D2-07DE-E0F2-DA135DA8D648}"/>
          </ac:spMkLst>
        </pc:spChg>
        <pc:spChg chg="mod">
          <ac:chgData name="Mr. T Haripersad" userId="12083531-83ae-4401-9fea-e4209e9c256a" providerId="ADAL" clId="{19DBB87E-3351-407B-8D60-D29D8397A8BE}" dt="2026-11-01T21:14:52.973" v="763" actId="12789"/>
          <ac:spMkLst>
            <pc:docMk/>
            <pc:sldMk cId="3718269116" sldId="305"/>
            <ac:spMk id="9" creationId="{3CD9B2F0-23A5-B617-C30A-80328FCC9A10}"/>
          </ac:spMkLst>
        </pc:spChg>
        <pc:spChg chg="add del">
          <ac:chgData name="Mr. T Haripersad" userId="12083531-83ae-4401-9fea-e4209e9c256a" providerId="ADAL" clId="{19DBB87E-3351-407B-8D60-D29D8397A8BE}" dt="2026-11-01T20:18:42.521" v="634" actId="478"/>
          <ac:spMkLst>
            <pc:docMk/>
            <pc:sldMk cId="3718269116" sldId="305"/>
            <ac:spMk id="10" creationId="{334A9732-7575-CDFB-700A-A24F1CD28E58}"/>
          </ac:spMkLst>
        </pc:spChg>
        <pc:spChg chg="mod">
          <ac:chgData name="Mr. T Haripersad" userId="12083531-83ae-4401-9fea-e4209e9c256a" providerId="ADAL" clId="{19DBB87E-3351-407B-8D60-D29D8397A8BE}" dt="2026-11-01T21:07:13.621" v="734"/>
          <ac:spMkLst>
            <pc:docMk/>
            <pc:sldMk cId="3718269116" sldId="305"/>
            <ac:spMk id="16" creationId="{8B0D95CD-107E-9E3E-DEAD-B15EEC6658B1}"/>
          </ac:spMkLst>
        </pc:spChg>
        <pc:spChg chg="mod">
          <ac:chgData name="Mr. T Haripersad" userId="12083531-83ae-4401-9fea-e4209e9c256a" providerId="ADAL" clId="{19DBB87E-3351-407B-8D60-D29D8397A8BE}" dt="2026-11-01T21:07:13.621" v="734"/>
          <ac:spMkLst>
            <pc:docMk/>
            <pc:sldMk cId="3718269116" sldId="305"/>
            <ac:spMk id="17" creationId="{C946CE39-FC67-919A-4297-86D9B1D5AF89}"/>
          </ac:spMkLst>
        </pc:spChg>
        <pc:spChg chg="mod">
          <ac:chgData name="Mr. T Haripersad" userId="12083531-83ae-4401-9fea-e4209e9c256a" providerId="ADAL" clId="{19DBB87E-3351-407B-8D60-D29D8397A8BE}" dt="2026-11-01T21:07:13.621" v="734"/>
          <ac:spMkLst>
            <pc:docMk/>
            <pc:sldMk cId="3718269116" sldId="305"/>
            <ac:spMk id="19" creationId="{33EC6169-1958-6EFD-90D0-564CAF3E044C}"/>
          </ac:spMkLst>
        </pc:spChg>
        <pc:spChg chg="add del mod">
          <ac:chgData name="Mr. T Haripersad" userId="12083531-83ae-4401-9fea-e4209e9c256a" providerId="ADAL" clId="{19DBB87E-3351-407B-8D60-D29D8397A8BE}" dt="2026-11-01T21:14:23.720" v="757"/>
          <ac:spMkLst>
            <pc:docMk/>
            <pc:sldMk cId="3718269116" sldId="305"/>
            <ac:spMk id="20" creationId="{F274BC99-D2F7-0ADC-D7D3-16A96325E18D}"/>
          </ac:spMkLst>
        </pc:spChg>
        <pc:spChg chg="del">
          <ac:chgData name="Mr. T Haripersad" userId="12083531-83ae-4401-9fea-e4209e9c256a" providerId="ADAL" clId="{19DBB87E-3351-407B-8D60-D29D8397A8BE}" dt="2026-11-01T19:35:30.980" v="348" actId="478"/>
          <ac:spMkLst>
            <pc:docMk/>
            <pc:sldMk cId="3718269116" sldId="305"/>
            <ac:spMk id="37" creationId="{369E0FF5-B62B-82C1-33C7-A9B510ABBB55}"/>
          </ac:spMkLst>
        </pc:spChg>
        <pc:grpChg chg="add mod">
          <ac:chgData name="Mr. T Haripersad" userId="12083531-83ae-4401-9fea-e4209e9c256a" providerId="ADAL" clId="{19DBB87E-3351-407B-8D60-D29D8397A8BE}" dt="2026-11-01T21:14:37.214" v="760" actId="164"/>
          <ac:grpSpMkLst>
            <pc:docMk/>
            <pc:sldMk cId="3718269116" sldId="305"/>
            <ac:grpSpMk id="15" creationId="{4A0D1A5F-B1C5-CFF0-7148-50AE16F65FF2}"/>
          </ac:grpSpMkLst>
        </pc:grpChg>
        <pc:grpChg chg="add mod">
          <ac:chgData name="Mr. T Haripersad" userId="12083531-83ae-4401-9fea-e4209e9c256a" providerId="ADAL" clId="{19DBB87E-3351-407B-8D60-D29D8397A8BE}" dt="2026-11-01T21:14:42.161" v="761" actId="12789"/>
          <ac:grpSpMkLst>
            <pc:docMk/>
            <pc:sldMk cId="3718269116" sldId="305"/>
            <ac:grpSpMk id="21" creationId="{B9C6A4F2-0174-E925-BAA8-10BC0628E268}"/>
          </ac:grpSpMkLst>
        </pc:grpChg>
        <pc:grpChg chg="del">
          <ac:chgData name="Mr. T Haripersad" userId="12083531-83ae-4401-9fea-e4209e9c256a" providerId="ADAL" clId="{19DBB87E-3351-407B-8D60-D29D8397A8BE}" dt="2026-11-01T20:18:42.521" v="634" actId="478"/>
          <ac:grpSpMkLst>
            <pc:docMk/>
            <pc:sldMk cId="3718269116" sldId="305"/>
            <ac:grpSpMk id="38" creationId="{E0309874-9D88-6FB6-7E51-B21917449463}"/>
          </ac:grpSpMkLst>
        </pc:grpChg>
        <pc:picChg chg="add mod modCrop">
          <ac:chgData name="Mr. T Haripersad" userId="12083531-83ae-4401-9fea-e4209e9c256a" providerId="ADAL" clId="{19DBB87E-3351-407B-8D60-D29D8397A8BE}" dt="2026-11-01T21:14:37.214" v="760" actId="164"/>
          <ac:picMkLst>
            <pc:docMk/>
            <pc:sldMk cId="3718269116" sldId="305"/>
            <ac:picMk id="12" creationId="{31360573-1473-4483-4959-070EEB376804}"/>
          </ac:picMkLst>
        </pc:picChg>
        <pc:picChg chg="add del">
          <ac:chgData name="Mr. T Haripersad" userId="12083531-83ae-4401-9fea-e4209e9c256a" providerId="ADAL" clId="{19DBB87E-3351-407B-8D60-D29D8397A8BE}" dt="2026-11-01T21:07:08.731" v="733" actId="22"/>
          <ac:picMkLst>
            <pc:docMk/>
            <pc:sldMk cId="3718269116" sldId="305"/>
            <ac:picMk id="14" creationId="{C8B7788C-935A-FF8D-FD91-19136657C687}"/>
          </ac:picMkLst>
        </pc:picChg>
        <pc:cxnChg chg="mod">
          <ac:chgData name="Mr. T Haripersad" userId="12083531-83ae-4401-9fea-e4209e9c256a" providerId="ADAL" clId="{19DBB87E-3351-407B-8D60-D29D8397A8BE}" dt="2026-11-01T21:07:13.621" v="734"/>
          <ac:cxnSpMkLst>
            <pc:docMk/>
            <pc:sldMk cId="3718269116" sldId="305"/>
            <ac:cxnSpMk id="18" creationId="{C2D7CB87-00BA-4E57-EC5E-9A895FEEFB50}"/>
          </ac:cxnSpMkLst>
        </pc:cxnChg>
      </pc:sldChg>
      <pc:sldChg chg="modSp add ord">
        <pc:chgData name="Mr. T Haripersad" userId="12083531-83ae-4401-9fea-e4209e9c256a" providerId="ADAL" clId="{19DBB87E-3351-407B-8D60-D29D8397A8BE}" dt="2026-11-01T12:37:42.094" v="62"/>
        <pc:sldMkLst>
          <pc:docMk/>
          <pc:sldMk cId="2550591733" sldId="306"/>
        </pc:sldMkLst>
        <pc:spChg chg="mod">
          <ac:chgData name="Mr. T Haripersad" userId="12083531-83ae-4401-9fea-e4209e9c256a" providerId="ADAL" clId="{19DBB87E-3351-407B-8D60-D29D8397A8BE}" dt="2026-11-01T12:37:42.094" v="62"/>
          <ac:spMkLst>
            <pc:docMk/>
            <pc:sldMk cId="2550591733" sldId="306"/>
            <ac:spMk id="9" creationId="{0E31A3DF-39C9-6B3C-2E0F-180F57267E9A}"/>
          </ac:spMkLst>
        </pc:spChg>
      </pc:sldChg>
      <pc:sldChg chg="addSp delSp modSp add mod">
        <pc:chgData name="Mr. T Haripersad" userId="12083531-83ae-4401-9fea-e4209e9c256a" providerId="ADAL" clId="{19DBB87E-3351-407B-8D60-D29D8397A8BE}" dt="2026-11-01T21:15:13.148" v="765" actId="12789"/>
        <pc:sldMkLst>
          <pc:docMk/>
          <pc:sldMk cId="1841924908" sldId="307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1841924908" sldId="307"/>
            <ac:spMk id="8" creationId="{562A2A2C-926F-9200-D20D-F37FF1740106}"/>
          </ac:spMkLst>
        </pc:spChg>
        <pc:spChg chg="mod">
          <ac:chgData name="Mr. T Haripersad" userId="12083531-83ae-4401-9fea-e4209e9c256a" providerId="ADAL" clId="{19DBB87E-3351-407B-8D60-D29D8397A8BE}" dt="2026-11-01T12:38:20.858" v="64"/>
          <ac:spMkLst>
            <pc:docMk/>
            <pc:sldMk cId="1841924908" sldId="307"/>
            <ac:spMk id="9" creationId="{4B03A55B-A822-55C5-EC83-84AC087B6213}"/>
          </ac:spMkLst>
        </pc:spChg>
        <pc:spChg chg="add del">
          <ac:chgData name="Mr. T Haripersad" userId="12083531-83ae-4401-9fea-e4209e9c256a" providerId="ADAL" clId="{19DBB87E-3351-407B-8D60-D29D8397A8BE}" dt="2026-11-01T20:18:38.763" v="633" actId="478"/>
          <ac:spMkLst>
            <pc:docMk/>
            <pc:sldMk cId="1841924908" sldId="307"/>
            <ac:spMk id="10" creationId="{D837EA25-89E2-0DDC-360E-A1D421AE7D1E}"/>
          </ac:spMkLst>
        </pc:spChg>
        <pc:spChg chg="mod">
          <ac:chgData name="Mr. T Haripersad" userId="12083531-83ae-4401-9fea-e4209e9c256a" providerId="ADAL" clId="{19DBB87E-3351-407B-8D60-D29D8397A8BE}" dt="2026-11-01T21:12:00.366" v="745"/>
          <ac:spMkLst>
            <pc:docMk/>
            <pc:sldMk cId="1841924908" sldId="307"/>
            <ac:spMk id="16" creationId="{1449790C-4B08-3636-31DF-F5D021ADBF10}"/>
          </ac:spMkLst>
        </pc:spChg>
        <pc:spChg chg="mod">
          <ac:chgData name="Mr. T Haripersad" userId="12083531-83ae-4401-9fea-e4209e9c256a" providerId="ADAL" clId="{19DBB87E-3351-407B-8D60-D29D8397A8BE}" dt="2026-11-01T21:12:00.366" v="745"/>
          <ac:spMkLst>
            <pc:docMk/>
            <pc:sldMk cId="1841924908" sldId="307"/>
            <ac:spMk id="17" creationId="{046B68FD-CC43-FED7-E3D0-EB41C864EDF6}"/>
          </ac:spMkLst>
        </pc:spChg>
        <pc:spChg chg="mod">
          <ac:chgData name="Mr. T Haripersad" userId="12083531-83ae-4401-9fea-e4209e9c256a" providerId="ADAL" clId="{19DBB87E-3351-407B-8D60-D29D8397A8BE}" dt="2026-11-01T21:12:00.366" v="745"/>
          <ac:spMkLst>
            <pc:docMk/>
            <pc:sldMk cId="1841924908" sldId="307"/>
            <ac:spMk id="19" creationId="{17A70C05-2F3B-2291-A99B-84E504E05D16}"/>
          </ac:spMkLst>
        </pc:spChg>
        <pc:spChg chg="del">
          <ac:chgData name="Mr. T Haripersad" userId="12083531-83ae-4401-9fea-e4209e9c256a" providerId="ADAL" clId="{19DBB87E-3351-407B-8D60-D29D8397A8BE}" dt="2026-11-01T19:35:37.424" v="350" actId="478"/>
          <ac:spMkLst>
            <pc:docMk/>
            <pc:sldMk cId="1841924908" sldId="307"/>
            <ac:spMk id="37" creationId="{9C71E875-A54E-4C3B-F97E-5037B261180C}"/>
          </ac:spMkLst>
        </pc:spChg>
        <pc:grpChg chg="add mod">
          <ac:chgData name="Mr. T Haripersad" userId="12083531-83ae-4401-9fea-e4209e9c256a" providerId="ADAL" clId="{19DBB87E-3351-407B-8D60-D29D8397A8BE}" dt="2026-11-01T21:15:11.308" v="764" actId="164"/>
          <ac:grpSpMkLst>
            <pc:docMk/>
            <pc:sldMk cId="1841924908" sldId="307"/>
            <ac:grpSpMk id="15" creationId="{27A8AA31-C2C6-7EA2-88C1-AC68A85A3956}"/>
          </ac:grpSpMkLst>
        </pc:grpChg>
        <pc:grpChg chg="add mod">
          <ac:chgData name="Mr. T Haripersad" userId="12083531-83ae-4401-9fea-e4209e9c256a" providerId="ADAL" clId="{19DBB87E-3351-407B-8D60-D29D8397A8BE}" dt="2026-11-01T21:15:13.148" v="765" actId="12789"/>
          <ac:grpSpMkLst>
            <pc:docMk/>
            <pc:sldMk cId="1841924908" sldId="307"/>
            <ac:grpSpMk id="20" creationId="{069ECCBA-B5CA-49D8-7E23-B50AF8424572}"/>
          </ac:grpSpMkLst>
        </pc:grpChg>
        <pc:grpChg chg="del">
          <ac:chgData name="Mr. T Haripersad" userId="12083531-83ae-4401-9fea-e4209e9c256a" providerId="ADAL" clId="{19DBB87E-3351-407B-8D60-D29D8397A8BE}" dt="2026-11-01T20:18:38.763" v="633" actId="478"/>
          <ac:grpSpMkLst>
            <pc:docMk/>
            <pc:sldMk cId="1841924908" sldId="307"/>
            <ac:grpSpMk id="38" creationId="{802CBEFD-2C83-DB11-D36B-1015CA7CD784}"/>
          </ac:grpSpMkLst>
        </pc:grpChg>
        <pc:picChg chg="mod">
          <ac:chgData name="Mr. T Haripersad" userId="12083531-83ae-4401-9fea-e4209e9c256a" providerId="ADAL" clId="{19DBB87E-3351-407B-8D60-D29D8397A8BE}" dt="2026-11-01T21:14:11.359" v="754" actId="1035"/>
          <ac:picMkLst>
            <pc:docMk/>
            <pc:sldMk cId="1841924908" sldId="307"/>
            <ac:picMk id="3" creationId="{D82583CC-BCEF-DAFE-880B-2CEE5322889C}"/>
          </ac:picMkLst>
        </pc:picChg>
        <pc:picChg chg="add del mod">
          <ac:chgData name="Mr. T Haripersad" userId="12083531-83ae-4401-9fea-e4209e9c256a" providerId="ADAL" clId="{19DBB87E-3351-407B-8D60-D29D8397A8BE}" dt="2026-11-01T21:11:36.779" v="741" actId="478"/>
          <ac:picMkLst>
            <pc:docMk/>
            <pc:sldMk cId="1841924908" sldId="307"/>
            <ac:picMk id="12" creationId="{28102A52-7CCF-7276-A0E2-2A63E6DFF511}"/>
          </ac:picMkLst>
        </pc:picChg>
        <pc:picChg chg="add mod">
          <ac:chgData name="Mr. T Haripersad" userId="12083531-83ae-4401-9fea-e4209e9c256a" providerId="ADAL" clId="{19DBB87E-3351-407B-8D60-D29D8397A8BE}" dt="2026-11-01T21:15:11.308" v="764" actId="164"/>
          <ac:picMkLst>
            <pc:docMk/>
            <pc:sldMk cId="1841924908" sldId="307"/>
            <ac:picMk id="14" creationId="{D6FC5FD8-0A4E-84ED-62F1-969AA81E9BCC}"/>
          </ac:picMkLst>
        </pc:picChg>
        <pc:cxnChg chg="mod">
          <ac:chgData name="Mr. T Haripersad" userId="12083531-83ae-4401-9fea-e4209e9c256a" providerId="ADAL" clId="{19DBB87E-3351-407B-8D60-D29D8397A8BE}" dt="2026-11-01T21:12:00.366" v="745"/>
          <ac:cxnSpMkLst>
            <pc:docMk/>
            <pc:sldMk cId="1841924908" sldId="307"/>
            <ac:cxnSpMk id="18" creationId="{DFD3F1D6-F831-2E88-0536-4CC69824A09E}"/>
          </ac:cxnSpMkLst>
        </pc:cxnChg>
      </pc:sldChg>
      <pc:sldChg chg="add del">
        <pc:chgData name="Mr. T Haripersad" userId="12083531-83ae-4401-9fea-e4209e9c256a" providerId="ADAL" clId="{19DBB87E-3351-407B-8D60-D29D8397A8BE}" dt="2026-11-01T12:38:31.336" v="66"/>
        <pc:sldMkLst>
          <pc:docMk/>
          <pc:sldMk cId="2724251622" sldId="308"/>
        </pc:sldMkLst>
      </pc:sldChg>
      <pc:sldChg chg="addSp delSp modSp add mod modNotesTx">
        <pc:chgData name="Mr. T Haripersad" userId="12083531-83ae-4401-9fea-e4209e9c256a" providerId="ADAL" clId="{19DBB87E-3351-407B-8D60-D29D8397A8BE}" dt="2026-11-01T21:17:29.151" v="781" actId="1036"/>
        <pc:sldMkLst>
          <pc:docMk/>
          <pc:sldMk cId="4280374912" sldId="308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4280374912" sldId="308"/>
            <ac:spMk id="8" creationId="{54959848-76F0-A238-B458-46B6E79CA67A}"/>
          </ac:spMkLst>
        </pc:spChg>
        <pc:spChg chg="mod">
          <ac:chgData name="Mr. T Haripersad" userId="12083531-83ae-4401-9fea-e4209e9c256a" providerId="ADAL" clId="{19DBB87E-3351-407B-8D60-D29D8397A8BE}" dt="2026-11-01T12:38:39.840" v="68"/>
          <ac:spMkLst>
            <pc:docMk/>
            <pc:sldMk cId="4280374912" sldId="308"/>
            <ac:spMk id="9" creationId="{F4D3DBC5-74EB-5F89-B451-A8F1A8D773F1}"/>
          </ac:spMkLst>
        </pc:spChg>
        <pc:spChg chg="add del">
          <ac:chgData name="Mr. T Haripersad" userId="12083531-83ae-4401-9fea-e4209e9c256a" providerId="ADAL" clId="{19DBB87E-3351-407B-8D60-D29D8397A8BE}" dt="2026-11-01T20:18:34.539" v="632" actId="478"/>
          <ac:spMkLst>
            <pc:docMk/>
            <pc:sldMk cId="4280374912" sldId="308"/>
            <ac:spMk id="10" creationId="{2381C4C7-4D34-BFCD-C68B-AD05AACF78E0}"/>
          </ac:spMkLst>
        </pc:spChg>
        <pc:spChg chg="mod">
          <ac:chgData name="Mr. T Haripersad" userId="12083531-83ae-4401-9fea-e4209e9c256a" providerId="ADAL" clId="{19DBB87E-3351-407B-8D60-D29D8397A8BE}" dt="2026-11-01T21:17:02.928" v="776"/>
          <ac:spMkLst>
            <pc:docMk/>
            <pc:sldMk cId="4280374912" sldId="308"/>
            <ac:spMk id="14" creationId="{98840042-FEF8-2443-31B7-12B82826716A}"/>
          </ac:spMkLst>
        </pc:spChg>
        <pc:spChg chg="mod">
          <ac:chgData name="Mr. T Haripersad" userId="12083531-83ae-4401-9fea-e4209e9c256a" providerId="ADAL" clId="{19DBB87E-3351-407B-8D60-D29D8397A8BE}" dt="2026-11-01T21:17:02.928" v="776"/>
          <ac:spMkLst>
            <pc:docMk/>
            <pc:sldMk cId="4280374912" sldId="308"/>
            <ac:spMk id="15" creationId="{CE5044AF-73E9-FDC0-7235-940732B17B0D}"/>
          </ac:spMkLst>
        </pc:spChg>
        <pc:spChg chg="mod">
          <ac:chgData name="Mr. T Haripersad" userId="12083531-83ae-4401-9fea-e4209e9c256a" providerId="ADAL" clId="{19DBB87E-3351-407B-8D60-D29D8397A8BE}" dt="2026-11-01T21:17:02.928" v="776"/>
          <ac:spMkLst>
            <pc:docMk/>
            <pc:sldMk cId="4280374912" sldId="308"/>
            <ac:spMk id="17" creationId="{D30172AF-5535-FD91-EDDE-CE24DB230DCE}"/>
          </ac:spMkLst>
        </pc:spChg>
        <pc:spChg chg="del">
          <ac:chgData name="Mr. T Haripersad" userId="12083531-83ae-4401-9fea-e4209e9c256a" providerId="ADAL" clId="{19DBB87E-3351-407B-8D60-D29D8397A8BE}" dt="2026-11-01T19:35:42.445" v="352" actId="478"/>
          <ac:spMkLst>
            <pc:docMk/>
            <pc:sldMk cId="4280374912" sldId="308"/>
            <ac:spMk id="37" creationId="{346BE7BC-01EC-47B0-FEC1-AD7C9284EE4A}"/>
          </ac:spMkLst>
        </pc:spChg>
        <pc:grpChg chg="add mod">
          <ac:chgData name="Mr. T Haripersad" userId="12083531-83ae-4401-9fea-e4209e9c256a" providerId="ADAL" clId="{19DBB87E-3351-407B-8D60-D29D8397A8BE}" dt="2026-11-01T21:17:20.245" v="779" actId="14100"/>
          <ac:grpSpMkLst>
            <pc:docMk/>
            <pc:sldMk cId="4280374912" sldId="308"/>
            <ac:grpSpMk id="13" creationId="{2C8DB643-3FF0-D8B2-296A-5E32D0094BF8}"/>
          </ac:grpSpMkLst>
        </pc:grpChg>
        <pc:grpChg chg="del">
          <ac:chgData name="Mr. T Haripersad" userId="12083531-83ae-4401-9fea-e4209e9c256a" providerId="ADAL" clId="{19DBB87E-3351-407B-8D60-D29D8397A8BE}" dt="2026-11-01T20:18:34.539" v="632" actId="478"/>
          <ac:grpSpMkLst>
            <pc:docMk/>
            <pc:sldMk cId="4280374912" sldId="308"/>
            <ac:grpSpMk id="38" creationId="{8236DB87-E074-7236-0D26-C9A0EC0A565E}"/>
          </ac:grpSpMkLst>
        </pc:grpChg>
        <pc:picChg chg="mod">
          <ac:chgData name="Mr. T Haripersad" userId="12083531-83ae-4401-9fea-e4209e9c256a" providerId="ADAL" clId="{19DBB87E-3351-407B-8D60-D29D8397A8BE}" dt="2026-11-01T21:17:29.151" v="781" actId="1036"/>
          <ac:picMkLst>
            <pc:docMk/>
            <pc:sldMk cId="4280374912" sldId="308"/>
            <ac:picMk id="3" creationId="{EDF9D6D6-AF9F-4B42-CA82-595C0C006F59}"/>
          </ac:picMkLst>
        </pc:picChg>
        <pc:picChg chg="add mod">
          <ac:chgData name="Mr. T Haripersad" userId="12083531-83ae-4401-9fea-e4209e9c256a" providerId="ADAL" clId="{19DBB87E-3351-407B-8D60-D29D8397A8BE}" dt="2026-11-01T21:17:11.039" v="777" actId="1076"/>
          <ac:picMkLst>
            <pc:docMk/>
            <pc:sldMk cId="4280374912" sldId="308"/>
            <ac:picMk id="12" creationId="{B9852231-D494-D6C5-EFCF-F3B0256D84A8}"/>
          </ac:picMkLst>
        </pc:picChg>
        <pc:cxnChg chg="mod">
          <ac:chgData name="Mr. T Haripersad" userId="12083531-83ae-4401-9fea-e4209e9c256a" providerId="ADAL" clId="{19DBB87E-3351-407B-8D60-D29D8397A8BE}" dt="2026-11-01T21:17:02.928" v="776"/>
          <ac:cxnSpMkLst>
            <pc:docMk/>
            <pc:sldMk cId="4280374912" sldId="308"/>
            <ac:cxnSpMk id="16" creationId="{BFD31B8C-D2BB-3F6D-CE84-C68C8112CDA9}"/>
          </ac:cxnSpMkLst>
        </pc:cxnChg>
      </pc:sldChg>
      <pc:sldChg chg="delSp modSp add mod">
        <pc:chgData name="Mr. T Haripersad" userId="12083531-83ae-4401-9fea-e4209e9c256a" providerId="ADAL" clId="{19DBB87E-3351-407B-8D60-D29D8397A8BE}" dt="2026-11-01T20:20:18.266" v="651" actId="115"/>
        <pc:sldMkLst>
          <pc:docMk/>
          <pc:sldMk cId="1387189099" sldId="309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1387189099" sldId="309"/>
            <ac:spMk id="8" creationId="{88E5A503-DD7C-E507-8173-C46FB45B2857}"/>
          </ac:spMkLst>
        </pc:spChg>
        <pc:spChg chg="mod">
          <ac:chgData name="Mr. T Haripersad" userId="12083531-83ae-4401-9fea-e4209e9c256a" providerId="ADAL" clId="{19DBB87E-3351-407B-8D60-D29D8397A8BE}" dt="2026-11-01T20:20:18.266" v="651" actId="115"/>
          <ac:spMkLst>
            <pc:docMk/>
            <pc:sldMk cId="1387189099" sldId="309"/>
            <ac:spMk id="17" creationId="{2609EF5D-F18B-3C09-003C-B5FD676A4035}"/>
          </ac:spMkLst>
        </pc:spChg>
        <pc:picChg chg="mod">
          <ac:chgData name="Mr. T Haripersad" userId="12083531-83ae-4401-9fea-e4209e9c256a" providerId="ADAL" clId="{19DBB87E-3351-407B-8D60-D29D8397A8BE}" dt="2026-11-01T20:20:15.772" v="649" actId="1035"/>
          <ac:picMkLst>
            <pc:docMk/>
            <pc:sldMk cId="1387189099" sldId="309"/>
            <ac:picMk id="3" creationId="{8B8DA18B-E7A2-10DD-9763-3B35E1E0F5E4}"/>
          </ac:picMkLst>
        </pc:picChg>
        <pc:picChg chg="mod">
          <ac:chgData name="Mr. T Haripersad" userId="12083531-83ae-4401-9fea-e4209e9c256a" providerId="ADAL" clId="{19DBB87E-3351-407B-8D60-D29D8397A8BE}" dt="2026-11-01T20:03:58.240" v="536" actId="14100"/>
          <ac:picMkLst>
            <pc:docMk/>
            <pc:sldMk cId="1387189099" sldId="309"/>
            <ac:picMk id="12" creationId="{A4570B23-16F4-E2F1-F88D-2EFBC651CFB5}"/>
          </ac:picMkLst>
        </pc:picChg>
        <pc:picChg chg="del">
          <ac:chgData name="Mr. T Haripersad" userId="12083531-83ae-4401-9fea-e4209e9c256a" providerId="ADAL" clId="{19DBB87E-3351-407B-8D60-D29D8397A8BE}" dt="2026-11-01T20:01:05.673" v="496" actId="478"/>
          <ac:picMkLst>
            <pc:docMk/>
            <pc:sldMk cId="1387189099" sldId="309"/>
            <ac:picMk id="19" creationId="{61E98B80-0BFF-3DFC-1E72-17F0B34F9F0D}"/>
          </ac:picMkLst>
        </pc:picChg>
      </pc:sldChg>
      <pc:sldChg chg="addSp delSp modSp add mod">
        <pc:chgData name="Mr. T Haripersad" userId="12083531-83ae-4401-9fea-e4209e9c256a" providerId="ADAL" clId="{19DBB87E-3351-407B-8D60-D29D8397A8BE}" dt="2026-11-01T20:12:30.820" v="630"/>
        <pc:sldMkLst>
          <pc:docMk/>
          <pc:sldMk cId="3473158327" sldId="310"/>
        </pc:sldMkLst>
        <pc:spChg chg="mod">
          <ac:chgData name="Mr. T Haripersad" userId="12083531-83ae-4401-9fea-e4209e9c256a" providerId="ADAL" clId="{19DBB87E-3351-407B-8D60-D29D8397A8BE}" dt="2026-11-01T20:06:33.409" v="582"/>
          <ac:spMkLst>
            <pc:docMk/>
            <pc:sldMk cId="3473158327" sldId="310"/>
            <ac:spMk id="8" creationId="{22F9A547-3D98-8539-DF5C-2B69527BA476}"/>
          </ac:spMkLst>
        </pc:spChg>
        <pc:spChg chg="del">
          <ac:chgData name="Mr. T Haripersad" userId="12083531-83ae-4401-9fea-e4209e9c256a" providerId="ADAL" clId="{19DBB87E-3351-407B-8D60-D29D8397A8BE}" dt="2026-11-01T20:10:44.481" v="599" actId="478"/>
          <ac:spMkLst>
            <pc:docMk/>
            <pc:sldMk cId="3473158327" sldId="310"/>
            <ac:spMk id="10" creationId="{93B239E9-3CE9-0FB2-665B-97FB8EC0E4E3}"/>
          </ac:spMkLst>
        </pc:spChg>
        <pc:spChg chg="mod">
          <ac:chgData name="Mr. T Haripersad" userId="12083531-83ae-4401-9fea-e4209e9c256a" providerId="ADAL" clId="{19DBB87E-3351-407B-8D60-D29D8397A8BE}" dt="2026-11-01T20:11:37.706" v="619"/>
          <ac:spMkLst>
            <pc:docMk/>
            <pc:sldMk cId="3473158327" sldId="310"/>
            <ac:spMk id="13" creationId="{94D804FE-6959-7908-5164-16521A6638B0}"/>
          </ac:spMkLst>
        </pc:spChg>
        <pc:spChg chg="mod">
          <ac:chgData name="Mr. T Haripersad" userId="12083531-83ae-4401-9fea-e4209e9c256a" providerId="ADAL" clId="{19DBB87E-3351-407B-8D60-D29D8397A8BE}" dt="2026-11-01T20:11:37.706" v="619"/>
          <ac:spMkLst>
            <pc:docMk/>
            <pc:sldMk cId="3473158327" sldId="310"/>
            <ac:spMk id="14" creationId="{E3805BC7-4ADB-C5B3-654A-34C8C128A476}"/>
          </ac:spMkLst>
        </pc:spChg>
        <pc:spChg chg="mod">
          <ac:chgData name="Mr. T Haripersad" userId="12083531-83ae-4401-9fea-e4209e9c256a" providerId="ADAL" clId="{19DBB87E-3351-407B-8D60-D29D8397A8BE}" dt="2026-11-01T20:12:30.820" v="630"/>
          <ac:spMkLst>
            <pc:docMk/>
            <pc:sldMk cId="3473158327" sldId="310"/>
            <ac:spMk id="16" creationId="{81D55CBA-2D2F-D576-7AAC-37E984E5A1B9}"/>
          </ac:spMkLst>
        </pc:spChg>
        <pc:grpChg chg="add mod">
          <ac:chgData name="Mr. T Haripersad" userId="12083531-83ae-4401-9fea-e4209e9c256a" providerId="ADAL" clId="{19DBB87E-3351-407B-8D60-D29D8397A8BE}" dt="2026-11-01T20:12:14.892" v="624" actId="14100"/>
          <ac:grpSpMkLst>
            <pc:docMk/>
            <pc:sldMk cId="3473158327" sldId="310"/>
            <ac:grpSpMk id="12" creationId="{C615B581-D1C1-F878-055B-E5A00CE7011B}"/>
          </ac:grpSpMkLst>
        </pc:grpChg>
        <pc:grpChg chg="del">
          <ac:chgData name="Mr. T Haripersad" userId="12083531-83ae-4401-9fea-e4209e9c256a" providerId="ADAL" clId="{19DBB87E-3351-407B-8D60-D29D8397A8BE}" dt="2026-11-01T20:10:44.481" v="599" actId="478"/>
          <ac:grpSpMkLst>
            <pc:docMk/>
            <pc:sldMk cId="3473158327" sldId="310"/>
            <ac:grpSpMk id="38" creationId="{C14E2507-D57F-5727-D964-BC342ABEDC98}"/>
          </ac:grpSpMkLst>
        </pc:grpChg>
        <pc:picChg chg="mod">
          <ac:chgData name="Mr. T Haripersad" userId="12083531-83ae-4401-9fea-e4209e9c256a" providerId="ADAL" clId="{19DBB87E-3351-407B-8D60-D29D8397A8BE}" dt="2026-11-01T20:12:18.820" v="627" actId="1036"/>
          <ac:picMkLst>
            <pc:docMk/>
            <pc:sldMk cId="3473158327" sldId="310"/>
            <ac:picMk id="3" creationId="{6695572D-02D0-6FFA-A726-7E799967E6A0}"/>
          </ac:picMkLst>
        </pc:picChg>
        <pc:picChg chg="add mod">
          <ac:chgData name="Mr. T Haripersad" userId="12083531-83ae-4401-9fea-e4209e9c256a" providerId="ADAL" clId="{19DBB87E-3351-407B-8D60-D29D8397A8BE}" dt="2026-11-01T20:11:54.311" v="621" actId="1076"/>
          <ac:picMkLst>
            <pc:docMk/>
            <pc:sldMk cId="3473158327" sldId="310"/>
            <ac:picMk id="11" creationId="{EA2FD0AC-F655-AD52-BFAE-BD521001E812}"/>
          </ac:picMkLst>
        </pc:picChg>
        <pc:cxnChg chg="mod">
          <ac:chgData name="Mr. T Haripersad" userId="12083531-83ae-4401-9fea-e4209e9c256a" providerId="ADAL" clId="{19DBB87E-3351-407B-8D60-D29D8397A8BE}" dt="2026-11-01T20:11:37.706" v="619"/>
          <ac:cxnSpMkLst>
            <pc:docMk/>
            <pc:sldMk cId="3473158327" sldId="310"/>
            <ac:cxnSpMk id="15" creationId="{E4774AFE-43BB-1D56-77E8-E34B47CA264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7040C-4BDC-4660-870C-6DEFA1A50EB8}" type="datetimeFigureOut">
              <a:rPr lang="en-GB" smtClean="0"/>
              <a:t>01/11/2026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28FD5-6FCF-4337-894E-E9E83A4974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1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no-name brand cereal?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Templatised C++ functions?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a blank document template?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Prof. Marshall always says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117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entirely different versions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finally landing…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505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team is proud to present TIVIDY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509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WorkflowDefinition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constructed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141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WorkflowDefinition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constructed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533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We’re performing a deep copy, so working on one instance won't touch the definition.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528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Mediator.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259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48A-32D7-AEB9-C91D-673E81B4E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14131-6149-2461-E9F4-5C0E29A4D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97037-43F9-013D-E7B8-6A31BC981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If we look at the Sequence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A2A92-7031-06DC-8541-89BBD59D7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82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WorkItem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owns its State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570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An interesting transition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297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E715-47C3-4E8A-177C-44196EA8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C8C2B-81EE-5F65-3CB3-008172370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B80D1-F66A-FB43-4DBE-54A05146D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Strategy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4A490-4620-AA23-089A-9CB9D9892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478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Well, our system also accommodates for manual assignment.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00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 directly into Chain of Responsibility.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884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FallbackHandler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always handling a request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561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 acts as a Template Method here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868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Memento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861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 and undo in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WorkCommand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Template Methods.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903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walk the workflow tree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297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walk the workflow tree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859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Mark’s favourite pattern, Visitor.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4239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ORATILE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flips the switch. BLACKOUT. The lights cut. The projector screen is plain black.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RAYHAAN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Wait, did the laptop just die?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824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know what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05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And so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28FD5-6FCF-4337-894E-E9E83A49745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22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02CAF-4598-B11C-5865-C8FC4BAA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B8D5289B-8649-3491-EF83-1DB675512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979A2C15-82B7-4A11-373D-46469A0C59B2}"/>
              </a:ext>
            </a:extLst>
          </p:cNvPr>
          <p:cNvGrpSpPr/>
          <p:nvPr/>
        </p:nvGrpSpPr>
        <p:grpSpPr>
          <a:xfrm>
            <a:off x="721330" y="1765797"/>
            <a:ext cx="3455493" cy="3319414"/>
            <a:chOff x="721330" y="1765797"/>
            <a:chExt cx="3455493" cy="331941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E49FEA-D40F-BE96-D5A2-FD1E4447FBFC}"/>
                </a:ext>
              </a:extLst>
            </p:cNvPr>
            <p:cNvSpPr/>
            <p:nvPr/>
          </p:nvSpPr>
          <p:spPr>
            <a:xfrm>
              <a:off x="731520" y="1792396"/>
              <a:ext cx="3429000" cy="32918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2AE3A80-AE15-BB77-B73C-EA74E91033A6}"/>
                </a:ext>
              </a:extLst>
            </p:cNvPr>
            <p:cNvSpPr/>
            <p:nvPr/>
          </p:nvSpPr>
          <p:spPr>
            <a:xfrm>
              <a:off x="721330" y="1765797"/>
              <a:ext cx="3455493" cy="3319414"/>
            </a:xfrm>
            <a:custGeom>
              <a:avLst/>
              <a:gdLst/>
              <a:ahLst/>
              <a:cxnLst/>
              <a:rect l="l" t="t" r="r" b="b"/>
              <a:pathLst>
                <a:path w="3455493" h="3319414">
                  <a:moveTo>
                    <a:pt x="4155" y="37129"/>
                  </a:moveTo>
                  <a:lnTo>
                    <a:pt x="1711540" y="13748"/>
                  </a:lnTo>
                  <a:lnTo>
                    <a:pt x="3439794" y="34776"/>
                  </a:lnTo>
                  <a:lnTo>
                    <a:pt x="3451624" y="1679445"/>
                  </a:lnTo>
                  <a:lnTo>
                    <a:pt x="3455493" y="3318167"/>
                  </a:lnTo>
                  <a:lnTo>
                    <a:pt x="1741118" y="3303297"/>
                  </a:lnTo>
                  <a:lnTo>
                    <a:pt x="0" y="3319414"/>
                  </a:lnTo>
                  <a:lnTo>
                    <a:pt x="2515" y="1680889"/>
                  </a:lnTo>
                  <a:lnTo>
                    <a:pt x="70133" y="0"/>
                  </a:lnTo>
                </a:path>
              </a:pathLst>
            </a:custGeom>
            <a:noFill/>
            <a:ln w="12700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1" name="Picture 30" descr="No Name Corn Flakes 1kg | PnP">
              <a:extLst>
                <a:ext uri="{FF2B5EF4-FFF2-40B4-BE49-F238E27FC236}">
                  <a16:creationId xmlns:a16="http://schemas.microsoft.com/office/drawing/2014/main" id="{98A3D3A5-DA84-B21F-04FF-0EA053AF0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420" y="2053734"/>
              <a:ext cx="2743200" cy="274320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9F35C10-B792-4E7F-7BFE-43F830D143EF}"/>
              </a:ext>
            </a:extLst>
          </p:cNvPr>
          <p:cNvGrpSpPr/>
          <p:nvPr/>
        </p:nvGrpSpPr>
        <p:grpSpPr>
          <a:xfrm>
            <a:off x="4443983" y="1765549"/>
            <a:ext cx="3446134" cy="3319573"/>
            <a:chOff x="4443983" y="1765549"/>
            <a:chExt cx="3446134" cy="33195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A1A061-CAED-3082-6256-5082FA289FDB}"/>
                </a:ext>
              </a:extLst>
            </p:cNvPr>
            <p:cNvSpPr/>
            <p:nvPr/>
          </p:nvSpPr>
          <p:spPr>
            <a:xfrm>
              <a:off x="4443983" y="1792396"/>
              <a:ext cx="3429000" cy="32918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9AFCE5D-BA5A-3977-AC9F-44A5392E52A9}"/>
                </a:ext>
              </a:extLst>
            </p:cNvPr>
            <p:cNvSpPr/>
            <p:nvPr/>
          </p:nvSpPr>
          <p:spPr>
            <a:xfrm>
              <a:off x="4445297" y="1765549"/>
              <a:ext cx="3444820" cy="3319573"/>
            </a:xfrm>
            <a:custGeom>
              <a:avLst/>
              <a:gdLst/>
              <a:ahLst/>
              <a:cxnLst/>
              <a:rect l="l" t="t" r="r" b="b"/>
              <a:pathLst>
                <a:path w="3444820" h="3319573">
                  <a:moveTo>
                    <a:pt x="11255" y="29040"/>
                  </a:moveTo>
                  <a:lnTo>
                    <a:pt x="1706299" y="22502"/>
                  </a:lnTo>
                  <a:lnTo>
                    <a:pt x="3440315" y="41496"/>
                  </a:lnTo>
                  <a:lnTo>
                    <a:pt x="3417015" y="1685596"/>
                  </a:lnTo>
                  <a:lnTo>
                    <a:pt x="3444820" y="3319573"/>
                  </a:lnTo>
                  <a:lnTo>
                    <a:pt x="1715856" y="3307749"/>
                  </a:lnTo>
                  <a:lnTo>
                    <a:pt x="0" y="3318803"/>
                  </a:lnTo>
                  <a:lnTo>
                    <a:pt x="2535" y="1655494"/>
                  </a:lnTo>
                  <a:lnTo>
                    <a:pt x="70719" y="0"/>
                  </a:lnTo>
                </a:path>
              </a:pathLst>
            </a:custGeom>
            <a:noFill/>
            <a:ln w="12700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9A01C0-F3FE-B66A-5A76-982FF0970278}"/>
                </a:ext>
              </a:extLst>
            </p:cNvPr>
            <p:cNvSpPr txBox="1"/>
            <p:nvPr/>
          </p:nvSpPr>
          <p:spPr>
            <a:xfrm>
              <a:off x="4691117" y="2155756"/>
              <a:ext cx="2953179" cy="2539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template &lt;</a:t>
              </a:r>
              <a:r>
                <a:rPr lang="en-GB" sz="1600" b="1" dirty="0" err="1">
                  <a:solidFill>
                    <a:srgbClr val="2B5C8A"/>
                  </a:solidFill>
                  <a:latin typeface="Courier New"/>
                </a:rPr>
                <a:t>typename</a:t>
              </a: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 T&gt;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T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max(</a:t>
              </a: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T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x, </a:t>
              </a: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T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y)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{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  </a:t>
              </a: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if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(x &gt;= y) {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     </a:t>
              </a:r>
              <a:r>
                <a:rPr lang="en-GB" sz="1600" b="1" dirty="0">
                  <a:solidFill>
                    <a:srgbClr val="6B7079"/>
                  </a:solidFill>
                  <a:latin typeface="Courier New"/>
                </a:rPr>
                <a:t>return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x;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  }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  </a:t>
              </a:r>
              <a:r>
                <a:rPr lang="en-GB" sz="1600" b="1" dirty="0">
                  <a:solidFill>
                    <a:srgbClr val="2B5C8A"/>
                  </a:solidFill>
                  <a:latin typeface="Courier New"/>
                </a:rPr>
                <a:t>else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</a:t>
              </a:r>
              <a:r>
                <a:rPr lang="en-GB" sz="1600" b="1" dirty="0">
                  <a:solidFill>
                    <a:srgbClr val="6B7079"/>
                  </a:solidFill>
                  <a:latin typeface="Courier New"/>
                </a:rPr>
                <a:t>return</a:t>
              </a: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 y;</a:t>
              </a:r>
            </a:p>
            <a:p>
              <a:pPr>
                <a:lnSpc>
                  <a:spcPct val="125000"/>
                </a:lnSpc>
              </a:pPr>
              <a:r>
                <a:rPr lang="en-GB" sz="1600" b="1" dirty="0">
                  <a:solidFill>
                    <a:srgbClr val="26282C"/>
                  </a:solidFill>
                  <a:latin typeface="Courier New"/>
                </a:rPr>
                <a:t>}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DAB5117-BDDE-D101-D1CC-8E95279AC06D}"/>
              </a:ext>
            </a:extLst>
          </p:cNvPr>
          <p:cNvGrpSpPr/>
          <p:nvPr/>
        </p:nvGrpSpPr>
        <p:grpSpPr>
          <a:xfrm>
            <a:off x="8142803" y="1758278"/>
            <a:ext cx="3459355" cy="3341444"/>
            <a:chOff x="8142803" y="1758278"/>
            <a:chExt cx="3459355" cy="334144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F0832AF-79C2-DD6B-31C5-B66CACA00C60}"/>
                </a:ext>
              </a:extLst>
            </p:cNvPr>
            <p:cNvSpPr/>
            <p:nvPr/>
          </p:nvSpPr>
          <p:spPr>
            <a:xfrm>
              <a:off x="8156448" y="1792396"/>
              <a:ext cx="3429000" cy="32918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8996EEDC-2FB3-FBC0-D035-DC1708CBE56D}"/>
                </a:ext>
              </a:extLst>
            </p:cNvPr>
            <p:cNvSpPr/>
            <p:nvPr/>
          </p:nvSpPr>
          <p:spPr>
            <a:xfrm>
              <a:off x="8142803" y="1758278"/>
              <a:ext cx="3459355" cy="3341444"/>
            </a:xfrm>
            <a:custGeom>
              <a:avLst/>
              <a:gdLst/>
              <a:ahLst/>
              <a:cxnLst/>
              <a:rect l="l" t="t" r="r" b="b"/>
              <a:pathLst>
                <a:path w="3459355" h="3341444">
                  <a:moveTo>
                    <a:pt x="10008" y="45129"/>
                  </a:moveTo>
                  <a:lnTo>
                    <a:pt x="1730444" y="33790"/>
                  </a:lnTo>
                  <a:lnTo>
                    <a:pt x="3449630" y="18240"/>
                  </a:lnTo>
                  <a:lnTo>
                    <a:pt x="3444061" y="1676884"/>
                  </a:lnTo>
                  <a:lnTo>
                    <a:pt x="3459355" y="3341444"/>
                  </a:lnTo>
                  <a:lnTo>
                    <a:pt x="1719703" y="3324976"/>
                  </a:lnTo>
                  <a:lnTo>
                    <a:pt x="0" y="3323532"/>
                  </a:lnTo>
                  <a:lnTo>
                    <a:pt x="25192" y="1694688"/>
                  </a:lnTo>
                  <a:lnTo>
                    <a:pt x="67650" y="0"/>
                  </a:lnTo>
                </a:path>
              </a:pathLst>
            </a:custGeom>
            <a:noFill/>
            <a:ln w="12700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6" name="Picture 45" descr="Free Document Control Templates: Plans, Registers &amp; Logs">
              <a:extLst>
                <a:ext uri="{FF2B5EF4-FFF2-40B4-BE49-F238E27FC236}">
                  <a16:creationId xmlns:a16="http://schemas.microsoft.com/office/drawing/2014/main" id="{4CC848C5-52AE-99B8-24EA-B0A2C6710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3842" y="1870854"/>
              <a:ext cx="2894212" cy="3108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17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70A5-1CCD-B78D-E2DE-03437702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9B7F0B81-BC2B-1842-23CC-2CB7EC844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C63F77-EC8C-9766-2C26-0F20D742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22960"/>
            <a:ext cx="10698480" cy="822960"/>
          </a:xfrm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95000"/>
              </a:lnSpc>
            </a:pPr>
            <a:r>
              <a:rPr lang="en-ZA" sz="6000" b="1" dirty="0">
                <a:solidFill>
                  <a:srgbClr val="2B5C8A"/>
                </a:solidFill>
                <a:latin typeface="Inter"/>
              </a:rPr>
              <a:t>“Go play with it.”</a:t>
            </a:r>
            <a:endParaRPr sz="6000" b="1" dirty="0">
              <a:solidFill>
                <a:srgbClr val="2B5C8A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81F0F-C3E5-A75F-7EE9-BDE662AC6341}"/>
              </a:ext>
            </a:extLst>
          </p:cNvPr>
          <p:cNvSpPr txBox="1"/>
          <p:nvPr/>
        </p:nvSpPr>
        <p:spPr>
          <a:xfrm>
            <a:off x="731520" y="1691640"/>
            <a:ext cx="106984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200" dirty="0">
                <a:solidFill>
                  <a:srgbClr val="6B7079"/>
                </a:solidFill>
                <a:latin typeface="Courier New"/>
              </a:rPr>
              <a:t>— PROF. MARSHALL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C45681-2A41-3D4E-9180-7B2628BA223D}"/>
              </a:ext>
            </a:extLst>
          </p:cNvPr>
          <p:cNvGrpSpPr/>
          <p:nvPr/>
        </p:nvGrpSpPr>
        <p:grpSpPr>
          <a:xfrm>
            <a:off x="5978930" y="1965960"/>
            <a:ext cx="5456289" cy="4572000"/>
            <a:chOff x="5974424" y="2286000"/>
            <a:chExt cx="5456289" cy="39319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1B71386-CEAB-DED7-C433-EEF01DC70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4425" y="2286000"/>
              <a:ext cx="5456288" cy="3931920"/>
            </a:xfrm>
            <a:prstGeom prst="rect">
              <a:avLst/>
            </a:prstGeom>
          </p:spPr>
        </p:pic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D27E20E-DB24-1FF5-1CE0-C54E20D0F418}"/>
                </a:ext>
              </a:extLst>
            </p:cNvPr>
            <p:cNvSpPr/>
            <p:nvPr/>
          </p:nvSpPr>
          <p:spPr>
            <a:xfrm>
              <a:off x="5974424" y="2286000"/>
              <a:ext cx="5455575" cy="3931920"/>
            </a:xfrm>
            <a:custGeom>
              <a:avLst/>
              <a:gdLst/>
              <a:ahLst/>
              <a:cxnLst/>
              <a:rect l="l" t="t" r="r" b="b"/>
              <a:pathLst>
                <a:path w="6790654" h="3456799">
                  <a:moveTo>
                    <a:pt x="0" y="13990"/>
                  </a:moveTo>
                  <a:lnTo>
                    <a:pt x="1368368" y="16912"/>
                  </a:lnTo>
                  <a:lnTo>
                    <a:pt x="2710329" y="29540"/>
                  </a:lnTo>
                  <a:lnTo>
                    <a:pt x="4088024" y="15398"/>
                  </a:lnTo>
                  <a:lnTo>
                    <a:pt x="5408149" y="0"/>
                  </a:lnTo>
                  <a:lnTo>
                    <a:pt x="6790654" y="366"/>
                  </a:lnTo>
                  <a:lnTo>
                    <a:pt x="6784648" y="1734218"/>
                  </a:lnTo>
                  <a:lnTo>
                    <a:pt x="6770033" y="3456799"/>
                  </a:lnTo>
                  <a:lnTo>
                    <a:pt x="5406117" y="3432818"/>
                  </a:lnTo>
                  <a:lnTo>
                    <a:pt x="4068741" y="3428753"/>
                  </a:lnTo>
                  <a:lnTo>
                    <a:pt x="2729139" y="3436532"/>
                  </a:lnTo>
                  <a:lnTo>
                    <a:pt x="1350634" y="3429565"/>
                  </a:lnTo>
                  <a:lnTo>
                    <a:pt x="15182" y="3444179"/>
                  </a:lnTo>
                  <a:lnTo>
                    <a:pt x="15211" y="1737307"/>
                  </a:lnTo>
                  <a:lnTo>
                    <a:pt x="76564" y="6473"/>
                  </a:lnTo>
                </a:path>
              </a:pathLst>
            </a:custGeom>
            <a:noFill/>
            <a:ln w="1143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14E84A9-FC6D-E662-71F8-578B9D657147}"/>
                </a:ext>
              </a:extLst>
            </p:cNvPr>
            <p:cNvSpPr txBox="1"/>
            <p:nvPr/>
          </p:nvSpPr>
          <p:spPr>
            <a:xfrm>
              <a:off x="6050383" y="2376289"/>
              <a:ext cx="334069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ZA" sz="900" dirty="0">
                  <a:solidFill>
                    <a:srgbClr val="26282C"/>
                  </a:solidFill>
                  <a:latin typeface="Courier New"/>
                </a:rPr>
                <a:t>c</a:t>
              </a:r>
              <a:r>
                <a:rPr lang="en-ZA" sz="900" b="0" dirty="0">
                  <a:solidFill>
                    <a:srgbClr val="26282C"/>
                  </a:solidFill>
                  <a:latin typeface="Courier New"/>
                </a:rPr>
                <a:t>lass_diagram_v3</a:t>
              </a:r>
              <a:endParaRPr sz="900" b="0" dirty="0">
                <a:solidFill>
                  <a:srgbClr val="26282C"/>
                </a:solidFill>
                <a:latin typeface="Courier New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CED5AC-3A6E-0F05-2976-D7477850CA5D}"/>
              </a:ext>
            </a:extLst>
          </p:cNvPr>
          <p:cNvGrpSpPr/>
          <p:nvPr/>
        </p:nvGrpSpPr>
        <p:grpSpPr>
          <a:xfrm>
            <a:off x="731520" y="2286000"/>
            <a:ext cx="6088017" cy="3931920"/>
            <a:chOff x="731520" y="2286000"/>
            <a:chExt cx="6088017" cy="393192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B8A1A7B-9CEB-ADE0-1518-5AC5E93D0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286000"/>
              <a:ext cx="6088016" cy="3931920"/>
            </a:xfrm>
            <a:prstGeom prst="rect">
              <a:avLst/>
            </a:prstGeom>
          </p:spPr>
        </p:pic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2FF674F0-3177-18C3-5065-0BAAAED671E9}"/>
                </a:ext>
              </a:extLst>
            </p:cNvPr>
            <p:cNvSpPr/>
            <p:nvPr/>
          </p:nvSpPr>
          <p:spPr>
            <a:xfrm>
              <a:off x="731521" y="2286000"/>
              <a:ext cx="6088016" cy="3931920"/>
            </a:xfrm>
            <a:custGeom>
              <a:avLst/>
              <a:gdLst/>
              <a:ahLst/>
              <a:cxnLst/>
              <a:rect l="l" t="t" r="r" b="b"/>
              <a:pathLst>
                <a:path w="6010187" h="2704658">
                  <a:moveTo>
                    <a:pt x="11255" y="17763"/>
                  </a:moveTo>
                  <a:lnTo>
                    <a:pt x="1203290" y="17007"/>
                  </a:lnTo>
                  <a:lnTo>
                    <a:pt x="2385998" y="27743"/>
                  </a:lnTo>
                  <a:lnTo>
                    <a:pt x="3611418" y="17022"/>
                  </a:lnTo>
                  <a:lnTo>
                    <a:pt x="4794951" y="23117"/>
                  </a:lnTo>
                  <a:lnTo>
                    <a:pt x="6010187" y="29506"/>
                  </a:lnTo>
                  <a:lnTo>
                    <a:pt x="6007157" y="1368583"/>
                  </a:lnTo>
                  <a:lnTo>
                    <a:pt x="5999076" y="2700341"/>
                  </a:lnTo>
                  <a:lnTo>
                    <a:pt x="4818136" y="2674565"/>
                  </a:lnTo>
                  <a:lnTo>
                    <a:pt x="3619408" y="2697797"/>
                  </a:lnTo>
                  <a:lnTo>
                    <a:pt x="2390356" y="2687964"/>
                  </a:lnTo>
                  <a:lnTo>
                    <a:pt x="1208791" y="2704658"/>
                  </a:lnTo>
                  <a:lnTo>
                    <a:pt x="0" y="2692180"/>
                  </a:lnTo>
                  <a:lnTo>
                    <a:pt x="18381" y="1370066"/>
                  </a:lnTo>
                  <a:lnTo>
                    <a:pt x="75620" y="0"/>
                  </a:lnTo>
                </a:path>
              </a:pathLst>
            </a:custGeom>
            <a:noFill/>
            <a:ln w="1143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8F940C-9A8D-AFD9-77E3-E7CA4CC13F64}"/>
                </a:ext>
              </a:extLst>
            </p:cNvPr>
            <p:cNvSpPr txBox="1"/>
            <p:nvPr/>
          </p:nvSpPr>
          <p:spPr>
            <a:xfrm>
              <a:off x="873187" y="2387913"/>
              <a:ext cx="572414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ZA" sz="900" dirty="0">
                  <a:solidFill>
                    <a:srgbClr val="26282C"/>
                  </a:solidFill>
                  <a:latin typeface="Courier New"/>
                </a:rPr>
                <a:t>c</a:t>
              </a:r>
              <a:r>
                <a:rPr lang="en-ZA" sz="900" b="0" dirty="0">
                  <a:solidFill>
                    <a:srgbClr val="26282C"/>
                  </a:solidFill>
                  <a:latin typeface="Courier New"/>
                </a:rPr>
                <a:t>lass_diagram_v2</a:t>
              </a:r>
              <a:endParaRPr sz="900" b="0" dirty="0">
                <a:solidFill>
                  <a:srgbClr val="26282C"/>
                </a:solidFill>
                <a:latin typeface="Courier New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ACBEC5-BE28-0B2D-549C-114471A643D3}"/>
              </a:ext>
            </a:extLst>
          </p:cNvPr>
          <p:cNvGrpSpPr/>
          <p:nvPr/>
        </p:nvGrpSpPr>
        <p:grpSpPr>
          <a:xfrm>
            <a:off x="2841265" y="2651760"/>
            <a:ext cx="6509164" cy="3200400"/>
            <a:chOff x="2841265" y="2468880"/>
            <a:chExt cx="6509164" cy="356616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A214FD-591E-4F7A-F263-3AA66855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41265" y="2468880"/>
              <a:ext cx="6509164" cy="3566160"/>
            </a:xfrm>
            <a:prstGeom prst="rect">
              <a:avLst/>
            </a:prstGeom>
          </p:spPr>
        </p:pic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2A24E645-492D-6143-0597-F78DF947A908}"/>
                </a:ext>
              </a:extLst>
            </p:cNvPr>
            <p:cNvSpPr/>
            <p:nvPr/>
          </p:nvSpPr>
          <p:spPr>
            <a:xfrm>
              <a:off x="2841265" y="2468880"/>
              <a:ext cx="6509164" cy="3566160"/>
            </a:xfrm>
            <a:custGeom>
              <a:avLst/>
              <a:gdLst/>
              <a:ahLst/>
              <a:cxnLst/>
              <a:rect l="l" t="t" r="r" b="b"/>
              <a:pathLst>
                <a:path w="5248402" h="1947200">
                  <a:moveTo>
                    <a:pt x="5994" y="28603"/>
                  </a:moveTo>
                  <a:lnTo>
                    <a:pt x="1316169" y="51040"/>
                  </a:lnTo>
                  <a:lnTo>
                    <a:pt x="2620823" y="47358"/>
                  </a:lnTo>
                  <a:lnTo>
                    <a:pt x="3912749" y="54026"/>
                  </a:lnTo>
                  <a:lnTo>
                    <a:pt x="5248402" y="56856"/>
                  </a:lnTo>
                  <a:lnTo>
                    <a:pt x="5232179" y="996436"/>
                  </a:lnTo>
                  <a:lnTo>
                    <a:pt x="5224258" y="1947200"/>
                  </a:lnTo>
                  <a:lnTo>
                    <a:pt x="3936249" y="1926663"/>
                  </a:lnTo>
                  <a:lnTo>
                    <a:pt x="2600383" y="1930043"/>
                  </a:lnTo>
                  <a:lnTo>
                    <a:pt x="1309891" y="1942015"/>
                  </a:lnTo>
                  <a:lnTo>
                    <a:pt x="0" y="1914956"/>
                  </a:lnTo>
                  <a:lnTo>
                    <a:pt x="11767" y="969855"/>
                  </a:lnTo>
                  <a:lnTo>
                    <a:pt x="66291" y="0"/>
                  </a:lnTo>
                </a:path>
              </a:pathLst>
            </a:custGeom>
            <a:noFill/>
            <a:ln w="13970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FA1CC8-B98F-2AFA-0F5E-93824168D07A}"/>
                </a:ext>
              </a:extLst>
            </p:cNvPr>
            <p:cNvSpPr txBox="1"/>
            <p:nvPr/>
          </p:nvSpPr>
          <p:spPr>
            <a:xfrm>
              <a:off x="2978885" y="2581429"/>
              <a:ext cx="49560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ZA" sz="900" dirty="0">
                  <a:solidFill>
                    <a:srgbClr val="26282C"/>
                  </a:solidFill>
                  <a:latin typeface="Courier New"/>
                </a:rPr>
                <a:t>c</a:t>
              </a:r>
              <a:r>
                <a:rPr lang="en-ZA" sz="900" b="0" dirty="0">
                  <a:solidFill>
                    <a:srgbClr val="26282C"/>
                  </a:solidFill>
                  <a:latin typeface="Courier New"/>
                </a:rPr>
                <a:t>la</a:t>
              </a:r>
              <a:r>
                <a:rPr lang="en-ZA" sz="900" dirty="0">
                  <a:solidFill>
                    <a:srgbClr val="26282C"/>
                  </a:solidFill>
                  <a:latin typeface="Courier New"/>
                </a:rPr>
                <a:t>ss_diagram_v1</a:t>
              </a:r>
              <a:endParaRPr sz="900" b="0" dirty="0">
                <a:solidFill>
                  <a:srgbClr val="26282C"/>
                </a:solidFill>
                <a:latin typeface="Courier Ne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2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2A42-60D9-230A-185F-786253CE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12189598-827D-F2F7-0B14-289DD575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BDBC71-DCA5-3CCC-D7AB-280FF055E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714" y="228600"/>
            <a:ext cx="8082264" cy="6400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273A4D5-B09A-6C38-F513-F26EBD810BB7}"/>
              </a:ext>
            </a:extLst>
          </p:cNvPr>
          <p:cNvGrpSpPr/>
          <p:nvPr/>
        </p:nvGrpSpPr>
        <p:grpSpPr>
          <a:xfrm>
            <a:off x="2054714" y="228600"/>
            <a:ext cx="8082264" cy="6400800"/>
            <a:chOff x="2343366" y="457200"/>
            <a:chExt cx="7504961" cy="5943600"/>
          </a:xfrm>
        </p:grpSpPr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A3F2A812-ECA0-1EB4-3D88-93E2019AF3C8}"/>
                </a:ext>
              </a:extLst>
            </p:cNvPr>
            <p:cNvSpPr/>
            <p:nvPr/>
          </p:nvSpPr>
          <p:spPr>
            <a:xfrm>
              <a:off x="2343366" y="457200"/>
              <a:ext cx="7504961" cy="5943600"/>
            </a:xfrm>
            <a:custGeom>
              <a:avLst/>
              <a:gdLst/>
              <a:ahLst/>
              <a:cxnLst/>
              <a:rect l="l" t="t" r="r" b="b"/>
              <a:pathLst>
                <a:path w="6790654" h="3456799">
                  <a:moveTo>
                    <a:pt x="0" y="13990"/>
                  </a:moveTo>
                  <a:lnTo>
                    <a:pt x="1368368" y="16912"/>
                  </a:lnTo>
                  <a:lnTo>
                    <a:pt x="2710329" y="29540"/>
                  </a:lnTo>
                  <a:lnTo>
                    <a:pt x="4088024" y="15398"/>
                  </a:lnTo>
                  <a:lnTo>
                    <a:pt x="5408149" y="0"/>
                  </a:lnTo>
                  <a:lnTo>
                    <a:pt x="6790654" y="366"/>
                  </a:lnTo>
                  <a:lnTo>
                    <a:pt x="6784648" y="1734218"/>
                  </a:lnTo>
                  <a:lnTo>
                    <a:pt x="6770033" y="3456799"/>
                  </a:lnTo>
                  <a:lnTo>
                    <a:pt x="5406117" y="3432818"/>
                  </a:lnTo>
                  <a:lnTo>
                    <a:pt x="4068741" y="3428753"/>
                  </a:lnTo>
                  <a:lnTo>
                    <a:pt x="2729139" y="3436532"/>
                  </a:lnTo>
                  <a:lnTo>
                    <a:pt x="1350634" y="3429565"/>
                  </a:lnTo>
                  <a:lnTo>
                    <a:pt x="15182" y="3444179"/>
                  </a:lnTo>
                  <a:lnTo>
                    <a:pt x="15211" y="1737307"/>
                  </a:lnTo>
                  <a:lnTo>
                    <a:pt x="76564" y="6473"/>
                  </a:lnTo>
                </a:path>
              </a:pathLst>
            </a:custGeom>
            <a:noFill/>
            <a:ln w="1143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3987B6F-149B-C8E0-D18F-1B91D3BAF9BF}"/>
                </a:ext>
              </a:extLst>
            </p:cNvPr>
            <p:cNvSpPr txBox="1"/>
            <p:nvPr/>
          </p:nvSpPr>
          <p:spPr>
            <a:xfrm>
              <a:off x="2453336" y="501237"/>
              <a:ext cx="6492240" cy="1286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ZA" sz="900" dirty="0" err="1">
                  <a:solidFill>
                    <a:srgbClr val="26282C"/>
                  </a:solidFill>
                  <a:latin typeface="Courier New"/>
                </a:rPr>
                <a:t>c</a:t>
              </a:r>
              <a:r>
                <a:rPr lang="en-ZA" sz="900" b="0" dirty="0" err="1">
                  <a:solidFill>
                    <a:srgbClr val="26282C"/>
                  </a:solidFill>
                  <a:latin typeface="Courier New"/>
                </a:rPr>
                <a:t>lass_diagram_final</a:t>
              </a:r>
              <a:endParaRPr sz="900" b="0" dirty="0">
                <a:solidFill>
                  <a:srgbClr val="26282C"/>
                </a:solidFill>
                <a:latin typeface="Courier Ne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97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749039"/>
            <a:ext cx="7772400" cy="10972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n-ZA" sz="3600" b="1" dirty="0">
                <a:solidFill>
                  <a:srgbClr val="FFFFFF"/>
                </a:solidFill>
                <a:latin typeface="Inter"/>
              </a:rPr>
              <a:t>A Generic Workflow Management System </a:t>
            </a:r>
            <a:endParaRPr sz="36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73346" cy="2308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5000" b="1" dirty="0">
                <a:solidFill>
                  <a:srgbClr val="FFFFFF"/>
                </a:solidFill>
                <a:latin typeface="Inter"/>
              </a:rPr>
              <a:t>TIVIDY</a:t>
            </a:r>
            <a:endParaRPr sz="150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19" y="5303517"/>
            <a:ext cx="6766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600" b="0" dirty="0">
                <a:solidFill>
                  <a:srgbClr val="DCE6F0"/>
                </a:solidFill>
                <a:latin typeface="Inter"/>
              </a:rPr>
              <a:t>The Power Rangers</a:t>
            </a:r>
            <a:endParaRPr sz="1600" b="0" dirty="0">
              <a:solidFill>
                <a:srgbClr val="DCE6F0"/>
              </a:solidFill>
              <a:latin typeface="Inter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8029209" y="1545312"/>
            <a:ext cx="3499225" cy="3500814"/>
          </a:xfrm>
          <a:custGeom>
            <a:avLst/>
            <a:gdLst/>
            <a:ahLst/>
            <a:cxnLst/>
            <a:rect l="l" t="t" r="r" b="b"/>
            <a:pathLst>
              <a:path w="3499225" h="3500814">
                <a:moveTo>
                  <a:pt x="12468" y="23467"/>
                </a:moveTo>
                <a:lnTo>
                  <a:pt x="1772445" y="14907"/>
                </a:lnTo>
                <a:lnTo>
                  <a:pt x="3499225" y="12256"/>
                </a:lnTo>
                <a:lnTo>
                  <a:pt x="3479076" y="1729523"/>
                </a:lnTo>
                <a:lnTo>
                  <a:pt x="3474597" y="3498891"/>
                </a:lnTo>
                <a:lnTo>
                  <a:pt x="1762221" y="3500814"/>
                </a:lnTo>
                <a:lnTo>
                  <a:pt x="0" y="3488869"/>
                </a:lnTo>
                <a:lnTo>
                  <a:pt x="16861" y="1754958"/>
                </a:lnTo>
                <a:lnTo>
                  <a:pt x="65751" y="0"/>
                </a:lnTo>
              </a:path>
            </a:pathLst>
          </a:custGeom>
          <a:noFill/>
          <a:ln w="12700">
            <a:solidFill>
              <a:srgbClr val="DCE6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8579824" y="2071384"/>
            <a:ext cx="2403702" cy="2422749"/>
          </a:xfrm>
          <a:custGeom>
            <a:avLst/>
            <a:gdLst/>
            <a:ahLst/>
            <a:cxnLst/>
            <a:rect l="l" t="t" r="r" b="b"/>
            <a:pathLst>
              <a:path w="2403702" h="2422749">
                <a:moveTo>
                  <a:pt x="0" y="33421"/>
                </a:moveTo>
                <a:lnTo>
                  <a:pt x="1212924" y="46373"/>
                </a:lnTo>
                <a:lnTo>
                  <a:pt x="2401647" y="39186"/>
                </a:lnTo>
                <a:lnTo>
                  <a:pt x="2403702" y="1235635"/>
                </a:lnTo>
                <a:lnTo>
                  <a:pt x="2387556" y="2415947"/>
                </a:lnTo>
                <a:lnTo>
                  <a:pt x="1218916" y="2422749"/>
                </a:lnTo>
                <a:lnTo>
                  <a:pt x="12505" y="2419802"/>
                </a:lnTo>
                <a:lnTo>
                  <a:pt x="28830" y="1223119"/>
                </a:lnTo>
                <a:lnTo>
                  <a:pt x="74970" y="0"/>
                </a:lnTo>
              </a:path>
            </a:pathLst>
          </a:custGeom>
          <a:noFill/>
          <a:ln w="12700">
            <a:solidFill>
              <a:srgbClr val="DCE6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498079" y="3291840"/>
            <a:ext cx="4572001" cy="0"/>
          </a:xfrm>
          <a:prstGeom prst="line">
            <a:avLst/>
          </a:prstGeom>
          <a:ln w="6350">
            <a:solidFill>
              <a:srgbClr val="DCE6F0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412480" y="5841676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>
                <a:solidFill>
                  <a:srgbClr val="DCE6F0"/>
                </a:solidFill>
                <a:latin typeface="Courier New"/>
              </a:rPr>
              <a:t>GITHUB REPO</a:t>
            </a:r>
            <a:r>
              <a:rPr lang="en-ZA" sz="900" b="0" dirty="0">
                <a:solidFill>
                  <a:srgbClr val="DCE6F0"/>
                </a:solidFill>
                <a:latin typeface="Courier New"/>
              </a:rPr>
              <a:t> </a:t>
            </a:r>
            <a:r>
              <a:rPr sz="900" b="0" dirty="0">
                <a:solidFill>
                  <a:srgbClr val="DCE6F0"/>
                </a:solidFill>
                <a:latin typeface="Courier New"/>
              </a:rPr>
              <a:t>QR </a:t>
            </a:r>
            <a:r>
              <a:rPr lang="en-ZA" sz="900" b="0" dirty="0">
                <a:solidFill>
                  <a:srgbClr val="DCE6F0"/>
                </a:solidFill>
                <a:latin typeface="Courier New"/>
              </a:rPr>
              <a:t>CODE</a:t>
            </a:r>
            <a:endParaRPr sz="900" b="0" dirty="0">
              <a:solidFill>
                <a:srgbClr val="DCE6F0"/>
              </a:solidFill>
              <a:latin typeface="Courier New"/>
            </a:endParaRPr>
          </a:p>
        </p:txBody>
      </p:sp>
      <p:cxnSp>
        <p:nvCxnSpPr>
          <p:cNvPr id="37" name="Connector 10">
            <a:extLst>
              <a:ext uri="{FF2B5EF4-FFF2-40B4-BE49-F238E27FC236}">
                <a16:creationId xmlns:a16="http://schemas.microsoft.com/office/drawing/2014/main" id="{E1794BBC-1398-2E64-D2C7-CF3F13034969}"/>
              </a:ext>
            </a:extLst>
          </p:cNvPr>
          <p:cNvCxnSpPr/>
          <p:nvPr/>
        </p:nvCxnSpPr>
        <p:spPr>
          <a:xfrm>
            <a:off x="9784080" y="1005840"/>
            <a:ext cx="0" cy="4572000"/>
          </a:xfrm>
          <a:prstGeom prst="line">
            <a:avLst/>
          </a:prstGeom>
          <a:ln w="6350">
            <a:solidFill>
              <a:srgbClr val="DCE6F0"/>
            </a:solidFill>
          </a:ln>
          <a:effectLst/>
        </p:spPr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85E9CF20-CE01-B527-29DB-82008BE39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14884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40" y="2561336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3200" b="1" dirty="0">
                <a:solidFill>
                  <a:srgbClr val="26282C"/>
                </a:solidFill>
                <a:latin typeface="Inter"/>
              </a:rPr>
              <a:t>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01 / 14 — CREATIONAL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0</a:t>
            </a:r>
            <a:r>
              <a:rPr lang="en-ZA" sz="800" b="0" dirty="0">
                <a:solidFill>
                  <a:srgbClr val="6B7079"/>
                </a:solidFill>
                <a:latin typeface="Courier New"/>
              </a:rPr>
              <a:t>5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6B7079"/>
                </a:solidFill>
                <a:latin typeface="Inter"/>
              </a:rPr>
              <a:t>Director tells the Builder which pieces to add, and in what order, to build a complex workflow step by step.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5AF5A9-004D-D251-8F48-F3540B919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523" y="648030"/>
            <a:ext cx="4636104" cy="484632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FBC2C2D9-B227-3EE9-A98D-8CDD8D9455EE}"/>
              </a:ext>
            </a:extLst>
          </p:cNvPr>
          <p:cNvGrpSpPr/>
          <p:nvPr/>
        </p:nvGrpSpPr>
        <p:grpSpPr>
          <a:xfrm>
            <a:off x="5872940" y="594360"/>
            <a:ext cx="4728218" cy="5140675"/>
            <a:chOff x="5926415" y="594359"/>
            <a:chExt cx="5531017" cy="3395798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D9C3D5F0-9AC6-6222-5B68-8006A3BB6964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A434EF65-DC82-EBFF-57C9-33B4857831AE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" name="Connector 14">
              <a:extLst>
                <a:ext uri="{FF2B5EF4-FFF2-40B4-BE49-F238E27FC236}">
                  <a16:creationId xmlns:a16="http://schemas.microsoft.com/office/drawing/2014/main" id="{31404744-0AB6-B9F4-0D41-E99D7A5D6E7D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E8A4B0-6229-0E33-C9B5-B936EF091EAA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461E-D29A-E061-A24C-B4247107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1C096A0A-ECCB-AFC5-0AD7-ED636137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B68AC-2696-3AC7-D273-340838DB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40" y="2561336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Prototype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C1EE5-3A04-5CF5-E728-ED4B99839817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2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CREATIONAL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42F0429-639D-959B-92FF-6016335277AB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71ADF4-7360-A821-9F12-AFA52521E7AD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660BC-7744-AA45-DE9D-0BC78F7BA6A2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0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6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9867F-EE80-D4CA-689E-8542EC7D8C69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Clone a finished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WorkflowDefinition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with a deep copy, rather than rebuilding a complex object each time.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3C36F0-A111-4F34-AE7E-9FD738845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72" y="594360"/>
            <a:ext cx="2255622" cy="48463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5035847-41D0-EBBC-4F13-33251CB556C8}"/>
              </a:ext>
            </a:extLst>
          </p:cNvPr>
          <p:cNvGrpSpPr/>
          <p:nvPr/>
        </p:nvGrpSpPr>
        <p:grpSpPr>
          <a:xfrm>
            <a:off x="7125872" y="518162"/>
            <a:ext cx="2255622" cy="5216874"/>
            <a:chOff x="5926415" y="594359"/>
            <a:chExt cx="5531017" cy="3395798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6B6A6183-468A-8F46-E349-861315F3D00F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C00A8FA-91F0-8B6E-CE15-A90019D3504A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" name="Connector 14">
              <a:extLst>
                <a:ext uri="{FF2B5EF4-FFF2-40B4-BE49-F238E27FC236}">
                  <a16:creationId xmlns:a16="http://schemas.microsoft.com/office/drawing/2014/main" id="{14BFB6CB-CF41-9EFF-A728-54AB687ECB28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2CBC3D-6077-B6C4-3817-4593B96B7E5B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2466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443C-99C3-92FF-6797-831D4CDB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8AADA9F7-1B3B-B5E4-BFBE-DC8E9EC98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1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2A07EB-08B9-6393-4495-96BC3D18A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706493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GB" sz="3200" b="1" dirty="0">
                <a:solidFill>
                  <a:srgbClr val="26282C"/>
                </a:solidFill>
                <a:latin typeface="Inter"/>
              </a:rPr>
              <a:t>Composite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22CA1-5356-6B1A-57C4-8F8DDF10FBC7}"/>
              </a:ext>
            </a:extLst>
          </p:cNvPr>
          <p:cNvSpPr txBox="1"/>
          <p:nvPr/>
        </p:nvSpPr>
        <p:spPr>
          <a:xfrm>
            <a:off x="731520" y="2386452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3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STRUCTURAL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A61A426-A7FF-2C69-0E15-7E7EE05FD29D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EEB38B-154E-A6A8-16AE-EB9E9702FD95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49C5F-21DE-1C9C-3A17-6257B83EDF56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0</a:t>
            </a:r>
            <a:r>
              <a:rPr lang="en-ZA" sz="800" b="0" dirty="0">
                <a:solidFill>
                  <a:srgbClr val="6B7079"/>
                </a:solidFill>
                <a:latin typeface="Courier New"/>
              </a:rPr>
              <a:t>7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E850C-58A3-A35C-384E-E2058123AAA6}"/>
              </a:ext>
            </a:extLst>
          </p:cNvPr>
          <p:cNvSpPr txBox="1"/>
          <p:nvPr/>
        </p:nvSpPr>
        <p:spPr>
          <a:xfrm>
            <a:off x="731520" y="3300853"/>
            <a:ext cx="359085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A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WorkItem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is one task. A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WorkGroup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is a step that holds other items or groups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10BDC0-84FD-B2E5-C411-A65781B71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839" y="626632"/>
            <a:ext cx="4027472" cy="484632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4F91C87-52C5-6CCB-A498-383F7457E583}"/>
              </a:ext>
            </a:extLst>
          </p:cNvPr>
          <p:cNvGrpSpPr/>
          <p:nvPr/>
        </p:nvGrpSpPr>
        <p:grpSpPr>
          <a:xfrm>
            <a:off x="6220839" y="594360"/>
            <a:ext cx="4027472" cy="5140676"/>
            <a:chOff x="5926415" y="594359"/>
            <a:chExt cx="5531017" cy="3395798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2370A1E7-67C1-214A-C049-CF51C70F5505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77F01BF-D1AD-3237-1141-41296A510D15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B8D52007-2856-6D8D-25F3-672F02E9DA0E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F7013B-F441-46D5-6B88-2051D1FE7FEF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9385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EF2-F4E7-8B00-EA80-D963AE04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8B8DA18B-E7A2-10DD-9763-3B35E1E0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DBF59F-B66B-CBF3-8ABF-0556DE85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706493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GB" sz="3200" b="1" dirty="0">
                <a:solidFill>
                  <a:srgbClr val="26282C"/>
                </a:solidFill>
                <a:latin typeface="Inter"/>
              </a:rPr>
              <a:t>Mediator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DEE91-7B1A-13F5-856C-40383CBE8FDF}"/>
              </a:ext>
            </a:extLst>
          </p:cNvPr>
          <p:cNvSpPr txBox="1"/>
          <p:nvPr/>
        </p:nvSpPr>
        <p:spPr>
          <a:xfrm>
            <a:off x="731520" y="2386452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4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F8FB839-2628-99A0-3F06-D0C39EB85219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8389FC-82B9-D59F-ADD4-71237FBF9428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5A503-DD7C-E507-8173-C46FB45B2857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0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8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38B55-D180-93A4-C1C1-0FB9662A2534}"/>
              </a:ext>
            </a:extLst>
          </p:cNvPr>
          <p:cNvSpPr txBox="1"/>
          <p:nvPr/>
        </p:nvSpPr>
        <p:spPr>
          <a:xfrm>
            <a:off x="731520" y="3300853"/>
            <a:ext cx="359085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The Mediator decides when the next component is released.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570B23-16F4-E2F1-F88D-2EFBC651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370" y="956386"/>
            <a:ext cx="7315200" cy="435086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7F3F67F-A212-6E70-42BB-2BE33E3B8363}"/>
              </a:ext>
            </a:extLst>
          </p:cNvPr>
          <p:cNvGrpSpPr/>
          <p:nvPr/>
        </p:nvGrpSpPr>
        <p:grpSpPr>
          <a:xfrm>
            <a:off x="4322370" y="916219"/>
            <a:ext cx="7315200" cy="4623896"/>
            <a:chOff x="5926415" y="594359"/>
            <a:chExt cx="5531017" cy="3405952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CBC5DD86-1D22-A139-157B-CDE21B1F7826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6BABF53B-7379-BDD9-B8A5-7716128AB2D9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cxnSp>
          <p:nvCxnSpPr>
            <p:cNvPr id="16" name="Connector 14">
              <a:extLst>
                <a:ext uri="{FF2B5EF4-FFF2-40B4-BE49-F238E27FC236}">
                  <a16:creationId xmlns:a16="http://schemas.microsoft.com/office/drawing/2014/main" id="{85F81CD3-D09F-D9AC-F9CA-73AF8AD853E0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09EF5D-F18B-3C09-003C-B5FD676A4035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914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7189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461B-8B2E-6C62-0FB4-4767B40A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B92257F0-5888-FD24-36DB-B42668E7C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62A664-E0BC-C9D9-8C01-F8A6C607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706493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GB" sz="3200" b="1" dirty="0">
                <a:solidFill>
                  <a:srgbClr val="26282C"/>
                </a:solidFill>
                <a:latin typeface="Inter"/>
              </a:rPr>
              <a:t>Mediator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1DD5B-8851-0677-7F3F-913441827B35}"/>
              </a:ext>
            </a:extLst>
          </p:cNvPr>
          <p:cNvSpPr txBox="1"/>
          <p:nvPr/>
        </p:nvSpPr>
        <p:spPr>
          <a:xfrm>
            <a:off x="731520" y="2386452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4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E1A9137-0AED-206F-A060-95EF254A8196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20B386-B4AE-4486-C737-12348E03392B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C330DA-7906-0841-058A-EDB188987CF2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0</a:t>
            </a:r>
            <a:r>
              <a:rPr lang="en-ZA" sz="800" b="0" dirty="0">
                <a:solidFill>
                  <a:srgbClr val="6B7079"/>
                </a:solidFill>
                <a:latin typeface="Courier New"/>
              </a:rPr>
              <a:t>9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58024-83D1-EDD4-6CE7-DC4AEF28DCD8}"/>
              </a:ext>
            </a:extLst>
          </p:cNvPr>
          <p:cNvSpPr txBox="1"/>
          <p:nvPr/>
        </p:nvSpPr>
        <p:spPr>
          <a:xfrm>
            <a:off x="731520" y="3300853"/>
            <a:ext cx="359085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The Mediator decides when the next component is released.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E77947-8CBE-E00D-B359-0631AF0779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56" r="21195" b="56795"/>
          <a:stretch>
            <a:fillRect/>
          </a:stretch>
        </p:blipFill>
        <p:spPr>
          <a:xfrm>
            <a:off x="5126217" y="708660"/>
            <a:ext cx="5699850" cy="48463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A6EF461-C8AA-00CA-3FEE-31713944904E}"/>
              </a:ext>
            </a:extLst>
          </p:cNvPr>
          <p:cNvGrpSpPr/>
          <p:nvPr/>
        </p:nvGrpSpPr>
        <p:grpSpPr>
          <a:xfrm>
            <a:off x="5053890" y="594358"/>
            <a:ext cx="5772177" cy="5168488"/>
            <a:chOff x="5926415" y="594359"/>
            <a:chExt cx="5531017" cy="339535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225CB16F-1191-C28E-63AD-8192DBF3CB22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D4757D5-E398-4F28-B941-4B2AC0199564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cxnSp>
          <p:nvCxnSpPr>
            <p:cNvPr id="16" name="Connector 14">
              <a:extLst>
                <a:ext uri="{FF2B5EF4-FFF2-40B4-BE49-F238E27FC236}">
                  <a16:creationId xmlns:a16="http://schemas.microsoft.com/office/drawing/2014/main" id="{EB5E2244-B6F4-0ED5-7293-0109639787A1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A27FA6-D3B5-B852-2BEC-81FA607AFCD5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08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entire diagram may not be shown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5721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9D3D-592F-E5F3-5D2A-B01DEFD0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C23AFA5F-16C8-5B52-849F-8BEFA085A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D38170-D6A5-1C84-84C8-11F7774F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706493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GB" sz="3200" b="1" dirty="0">
                <a:solidFill>
                  <a:srgbClr val="26282C"/>
                </a:solidFill>
                <a:latin typeface="Inter"/>
              </a:rPr>
              <a:t>State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75564-96BB-D4B6-209B-EFDDB22C1703}"/>
              </a:ext>
            </a:extLst>
          </p:cNvPr>
          <p:cNvSpPr txBox="1"/>
          <p:nvPr/>
        </p:nvSpPr>
        <p:spPr>
          <a:xfrm>
            <a:off x="731520" y="2386452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5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2BC44CF-C071-BD9B-045B-A416BB97E6E8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9530EB-3A03-E544-E979-65FC1798FFDC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02BE0-2F82-7F7E-1C71-540A547BBAD7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b="0" dirty="0">
                <a:solidFill>
                  <a:srgbClr val="6B7079"/>
                </a:solidFill>
                <a:latin typeface="Courier New"/>
              </a:rPr>
              <a:t>1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0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76FED-D3B6-A3C3-0C94-9CBDDC496A3D}"/>
              </a:ext>
            </a:extLst>
          </p:cNvPr>
          <p:cNvSpPr txBox="1"/>
          <p:nvPr/>
        </p:nvSpPr>
        <p:spPr>
          <a:xfrm>
            <a:off x="731520" y="3300853"/>
            <a:ext cx="359085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State decides which operations are legal at any moment.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3179E8-5775-3417-E361-DB5FACF50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991" y="1314729"/>
            <a:ext cx="6858000" cy="345170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1190CEC-34F2-AE34-4BEA-484B6AB7EE27}"/>
              </a:ext>
            </a:extLst>
          </p:cNvPr>
          <p:cNvGrpSpPr/>
          <p:nvPr/>
        </p:nvGrpSpPr>
        <p:grpSpPr>
          <a:xfrm>
            <a:off x="4685990" y="1229360"/>
            <a:ext cx="6951579" cy="3731909"/>
            <a:chOff x="5926415" y="594359"/>
            <a:chExt cx="5531017" cy="3427544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3F33B183-EE5F-BAE4-B237-F3E5B8B3478B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03F3456D-B7B3-A958-ABB2-125E11293C45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cxnSp>
          <p:nvCxnSpPr>
            <p:cNvPr id="21" name="Connector 14">
              <a:extLst>
                <a:ext uri="{FF2B5EF4-FFF2-40B4-BE49-F238E27FC236}">
                  <a16:creationId xmlns:a16="http://schemas.microsoft.com/office/drawing/2014/main" id="{39B753B5-1518-FF43-A06B-B527A1949BF4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2A36C8-F0ED-0AEA-7796-B06A5116547E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113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0946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CBA5-4522-0160-711F-89894505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6695572D-02D0-6FFA-A726-7E799967E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1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18F7E2-CE3D-E72A-604C-F909844D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706493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GB" sz="3200" b="1" dirty="0">
                <a:solidFill>
                  <a:srgbClr val="26282C"/>
                </a:solidFill>
                <a:latin typeface="Inter"/>
              </a:rPr>
              <a:t>State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F1A8E-F8B6-A26A-5C54-57B50669CA08}"/>
              </a:ext>
            </a:extLst>
          </p:cNvPr>
          <p:cNvSpPr txBox="1"/>
          <p:nvPr/>
        </p:nvSpPr>
        <p:spPr>
          <a:xfrm>
            <a:off x="731520" y="2386452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5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C2AC4E6-1F4B-34C6-87C5-84B60E3C41E5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5F55AE-93D7-FCAF-0296-556F1C8A6DC8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9A547-3D98-8539-DF5C-2B69527BA476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11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9286E-0592-651C-044B-EB4AC829F57F}"/>
              </a:ext>
            </a:extLst>
          </p:cNvPr>
          <p:cNvSpPr txBox="1"/>
          <p:nvPr/>
        </p:nvSpPr>
        <p:spPr>
          <a:xfrm>
            <a:off x="731520" y="3300853"/>
            <a:ext cx="359085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State decides which operations are legal at any moment.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2FD0AC-F655-AD52-BFAE-BD521001E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42" y="989124"/>
            <a:ext cx="6858000" cy="425769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615B581-D1C1-F878-055B-E5A00CE7011B}"/>
              </a:ext>
            </a:extLst>
          </p:cNvPr>
          <p:cNvGrpSpPr/>
          <p:nvPr/>
        </p:nvGrpSpPr>
        <p:grpSpPr>
          <a:xfrm>
            <a:off x="4685990" y="879398"/>
            <a:ext cx="6951579" cy="4607655"/>
            <a:chOff x="5926415" y="594359"/>
            <a:chExt cx="5531017" cy="340595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4D804FE-6959-7908-5164-16521A6638B0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3805BC7-4ADB-C5B3-654A-34C8C128A476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 u="sng"/>
            </a:p>
          </p:txBody>
        </p:sp>
        <p:cxnSp>
          <p:nvCxnSpPr>
            <p:cNvPr id="15" name="Connector 14">
              <a:extLst>
                <a:ext uri="{FF2B5EF4-FFF2-40B4-BE49-F238E27FC236}">
                  <a16:creationId xmlns:a16="http://schemas.microsoft.com/office/drawing/2014/main" id="{E4774AFE-43BB-1D56-77E8-E34B47CA264B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D55CBA-2D2F-D576-7AAC-37E984E5A1B9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914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entire diagram may not be shown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315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FE3F-AF20-8FC0-7D1E-20F4428F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906488AA-BEA0-2FC4-9DD9-91D5FADD0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0C5C57-AB30-7425-DA4D-973C2EDE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24086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Strategy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2E799-FA64-0CDF-CC4E-71BCB57B664C}"/>
              </a:ext>
            </a:extLst>
          </p:cNvPr>
          <p:cNvSpPr txBox="1"/>
          <p:nvPr/>
        </p:nvSpPr>
        <p:spPr>
          <a:xfrm>
            <a:off x="731520" y="220404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6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EC82058-BCF8-E378-4411-E674C655DCCC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7FDD2F-0317-A797-65A3-099CA400D0A9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47274-3837-70C5-A676-A2B9CA1F9B49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GB" sz="800" dirty="0">
                <a:solidFill>
                  <a:srgbClr val="6B7079"/>
                </a:solidFill>
                <a:latin typeface="Courier New"/>
              </a:rPr>
              <a:t>12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21A0D-8853-9938-81CD-95670C3F94DE}"/>
              </a:ext>
            </a:extLst>
          </p:cNvPr>
          <p:cNvSpPr txBox="1"/>
          <p:nvPr/>
        </p:nvSpPr>
        <p:spPr>
          <a:xfrm>
            <a:off x="731520" y="3118446"/>
            <a:ext cx="3590850" cy="1162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Assignment algorithms are interchangeable. Each one narrows the pool; with none passed in, assignment is manual.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599B61-CA44-2490-994D-A9535250D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58" y="655877"/>
            <a:ext cx="5263833" cy="484632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1E3CA98-6CFF-6260-0235-C10B9B7EB7C8}"/>
              </a:ext>
            </a:extLst>
          </p:cNvPr>
          <p:cNvGrpSpPr/>
          <p:nvPr/>
        </p:nvGrpSpPr>
        <p:grpSpPr>
          <a:xfrm>
            <a:off x="5602659" y="594360"/>
            <a:ext cx="5263832" cy="5140675"/>
            <a:chOff x="5926415" y="594359"/>
            <a:chExt cx="5531017" cy="339579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A3703B36-A2D6-2FCB-9AFE-2867D9B01186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A5DFD27-FAEA-A5F8-38B7-AFC8F13E76EE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" name="Connector 14">
              <a:extLst>
                <a:ext uri="{FF2B5EF4-FFF2-40B4-BE49-F238E27FC236}">
                  <a16:creationId xmlns:a16="http://schemas.microsoft.com/office/drawing/2014/main" id="{5EFF98BE-9CA1-4CCA-CFF8-DEEC7A387FF8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863322-1707-B538-21F8-2AB044D06629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4749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6F76-5B9B-3298-7CC0-A8261E88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295DAB43-DB06-F688-A5BA-97B79D652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E288F4-237B-0D56-AC13-D295CA3F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40" y="2561336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Decorator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1DA3E-442A-1A4B-BA8A-D305D77C701D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7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STRUCTURAL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F3DB16D-A4CC-34C7-3040-D4D16BC9702D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BB4EF4-618E-2382-E576-9D292849E38A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F4BE6E-E013-BF6A-B844-A41190B8F110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13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D4A42-D4A0-9D68-A7A7-2771E2C75066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Adds extra behaviour such as audit history, escalation or approval, without a subclass for every combination.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5F18F2-6D68-CF05-9268-8DC9734B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820" y="1380213"/>
            <a:ext cx="6858000" cy="355096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C4A293D-4F07-7E88-5244-00B0499637D1}"/>
              </a:ext>
            </a:extLst>
          </p:cNvPr>
          <p:cNvGrpSpPr/>
          <p:nvPr/>
        </p:nvGrpSpPr>
        <p:grpSpPr>
          <a:xfrm>
            <a:off x="4802820" y="1325883"/>
            <a:ext cx="6858000" cy="3779518"/>
            <a:chOff x="5926415" y="594359"/>
            <a:chExt cx="5531017" cy="339579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30CE5A5-9404-943D-3CFC-187FBC23A415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1AA37BF-E354-A915-A16C-24FC4DDA8C3D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Connector 14">
              <a:extLst>
                <a:ext uri="{FF2B5EF4-FFF2-40B4-BE49-F238E27FC236}">
                  <a16:creationId xmlns:a16="http://schemas.microsoft.com/office/drawing/2014/main" id="{39A21A2E-AD68-E213-1FF2-A3B8AA4A0260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0E330A-1F6A-A76B-DC75-650D7BC667C0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942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A1E7-DE6C-60FE-B964-937A130F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1CAAA2F5-77DF-1686-19B9-6B0E10540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A1F5D0-1811-8C69-38A1-E905B6F1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4305419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Chain of Responsibility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6433B-95C1-1D51-4CCB-8A1A537EAB87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8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D0AD18B-0B18-C0BC-7787-7C9456637736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2E2B0E-278B-D855-1CE9-2B6598166CAF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1A5C6-1683-E662-D756-C00C9F49BA73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14 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966F1-6F30-4C09-5C39-7E06522A8EB7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Handlers are linked. A request moves one link at a time until one handles it, and the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FallbackHandler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always does.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81663C-1E0D-DEC7-80C4-71287F5D2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930" y="815105"/>
            <a:ext cx="6400800" cy="468118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9AB5165-2041-7204-A6E3-0E33AE448F8A}"/>
              </a:ext>
            </a:extLst>
          </p:cNvPr>
          <p:cNvGrpSpPr/>
          <p:nvPr/>
        </p:nvGrpSpPr>
        <p:grpSpPr>
          <a:xfrm>
            <a:off x="5068958" y="693420"/>
            <a:ext cx="6449772" cy="5041615"/>
            <a:chOff x="5926415" y="594359"/>
            <a:chExt cx="5531017" cy="3395798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283DAD0-40EE-11E6-9D01-F4043D0B641F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8AE4CBAC-626E-67C3-26FC-518D401201DA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" name="Connector 14">
              <a:extLst>
                <a:ext uri="{FF2B5EF4-FFF2-40B4-BE49-F238E27FC236}">
                  <a16:creationId xmlns:a16="http://schemas.microsoft.com/office/drawing/2014/main" id="{1BE8C093-84AB-BF09-C2D6-6432D8B3B6E6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A7B4AA0-4214-BDD8-5D21-2F495F0A6513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1750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5290-439F-CD62-5F20-4B2D9680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3E6E82E7-6520-A9E3-011E-35CF162D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48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A2F924-51AA-6A99-081C-284B6C4CC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3590851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Template Method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216DC-6953-02FB-7ADA-C02A970156A5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9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BA52403-11B3-5E45-7683-A12FBF0F4CAF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FFF75B-B805-68E3-B3E8-A86E1E6E41CE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4ADA8-424A-0797-F13C-8A3690BCEFEE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15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83555-2D3B-2CEB-1A85-C73649A6B81D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The skeleton is fixed: check if the handler can process the request, and either run</a:t>
            </a:r>
          </a:p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it or pass it along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C57FCD-A18B-8E78-B8D1-898653A19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930" y="815105"/>
            <a:ext cx="6400800" cy="46811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57604CF-7ACB-A5D5-8DEA-1CAAEAF40289}"/>
              </a:ext>
            </a:extLst>
          </p:cNvPr>
          <p:cNvGrpSpPr/>
          <p:nvPr/>
        </p:nvGrpSpPr>
        <p:grpSpPr>
          <a:xfrm>
            <a:off x="5068958" y="693420"/>
            <a:ext cx="6449772" cy="5041615"/>
            <a:chOff x="5926415" y="594359"/>
            <a:chExt cx="5531017" cy="339579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B24FE4A4-13C7-D363-85D0-E3412E5E4F50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6CEE636-A7F3-839D-6D87-22C93ED60AD4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Connector 14">
              <a:extLst>
                <a:ext uri="{FF2B5EF4-FFF2-40B4-BE49-F238E27FC236}">
                  <a16:creationId xmlns:a16="http://schemas.microsoft.com/office/drawing/2014/main" id="{67D7412E-117B-DA92-AF14-7E50061954FB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533EB6-3D4D-09BB-318F-50A295483102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3878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7C26-079C-F847-3E79-2A2DD0015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AB6D1934-1C52-6D60-75E6-3CD161A89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9CC590-5CDB-71B0-18DD-F4CCBED50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706493"/>
            <a:ext cx="3590850" cy="82296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lang="en-GB" sz="3200" b="1" dirty="0">
                <a:solidFill>
                  <a:srgbClr val="26282C"/>
                </a:solidFill>
                <a:latin typeface="Inter"/>
              </a:rPr>
              <a:t>Command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21BE7-BCA0-FFB1-8F92-1244A15901F2}"/>
              </a:ext>
            </a:extLst>
          </p:cNvPr>
          <p:cNvSpPr txBox="1"/>
          <p:nvPr/>
        </p:nvSpPr>
        <p:spPr>
          <a:xfrm>
            <a:off x="731520" y="2386452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1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0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A18CCB8-2403-C304-B589-F2B665EE253C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8ADCE5-B823-7445-7213-51DB2E011212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3967C-5CE4-F3B5-224C-D19DEBF3F5A5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16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A7A81-B928-6205-4A58-21632EC60ACC}"/>
              </a:ext>
            </a:extLst>
          </p:cNvPr>
          <p:cNvSpPr txBox="1"/>
          <p:nvPr/>
        </p:nvSpPr>
        <p:spPr>
          <a:xfrm>
            <a:off x="731520" y="3300853"/>
            <a:ext cx="359085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Each action is encapsulated as an object, so everything can be tracked and undone.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46BE1D-85EE-29FA-93C6-9409457AB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240914"/>
            <a:ext cx="6858000" cy="411987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1AE5E36-464E-D3D1-F7FC-1539E493DD12}"/>
              </a:ext>
            </a:extLst>
          </p:cNvPr>
          <p:cNvGrpSpPr/>
          <p:nvPr/>
        </p:nvGrpSpPr>
        <p:grpSpPr>
          <a:xfrm>
            <a:off x="4828032" y="1166331"/>
            <a:ext cx="6858000" cy="4383328"/>
            <a:chOff x="5926415" y="594359"/>
            <a:chExt cx="5531017" cy="3395798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FA37ACA5-8AA8-F62F-3509-2DB3FE422B7A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B8A77CED-E26A-9649-3CA9-EF0FA15F9AD8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" name="Connector 14">
              <a:extLst>
                <a:ext uri="{FF2B5EF4-FFF2-40B4-BE49-F238E27FC236}">
                  <a16:creationId xmlns:a16="http://schemas.microsoft.com/office/drawing/2014/main" id="{0E475773-A695-57DB-1D6A-46E29C1CFA00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1A5254-9AF9-F2D6-5A61-573057554C67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2815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F355A-6BBB-CFFC-735B-38424CCFF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9122D2C0-BBAE-B7F8-B07E-F9B19230E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48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18F9F5-1C98-2A0C-F5B6-86880DA2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3590851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Memento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5B07E-4162-B75E-0870-6985EA9B8A36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11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0B26514-33ED-4DB4-11F0-866EDC031977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434E80-AA28-C7AE-ED57-3398FEF6F2FB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457FF-EBEC-580E-3FCA-CA1BB4494188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17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303AE-F2D2-CFA2-A23E-E853484C9E31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Memento restores the exact previous state without breaking encapsulation. Undo runs newest first.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B8105E-E571-F935-05CB-8F8AD5D1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2" y="1369541"/>
            <a:ext cx="6858000" cy="402951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6407014-05C8-FE02-D091-A9CB704B5ABB}"/>
              </a:ext>
            </a:extLst>
          </p:cNvPr>
          <p:cNvGrpSpPr/>
          <p:nvPr/>
        </p:nvGrpSpPr>
        <p:grpSpPr>
          <a:xfrm>
            <a:off x="4844042" y="1287625"/>
            <a:ext cx="6858000" cy="4340902"/>
            <a:chOff x="5926415" y="594359"/>
            <a:chExt cx="5531017" cy="3395798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789AAB2-F951-2D18-BDB0-773C2EA5DA06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F948FB6-C42A-7A6A-0E3B-B8B49A6670D5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1" name="Connector 14">
              <a:extLst>
                <a:ext uri="{FF2B5EF4-FFF2-40B4-BE49-F238E27FC236}">
                  <a16:creationId xmlns:a16="http://schemas.microsoft.com/office/drawing/2014/main" id="{AD69494B-180B-F776-F1D4-86A4DD39605B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58C5A8-59E0-E3E4-C778-640738BDA913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3440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F3F4-6740-A7E5-66C1-8A18BC72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66530CCD-A630-C201-F4AA-07B9AFD01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48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165B1B-1F88-DFE7-D23B-928EC642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3590851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Template Method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1B330-DA51-5057-BB90-A72589DDB63B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0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9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28BFEBB-F8A3-6962-C4EB-5602FAD8A040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EE86BA4-250C-6173-4D8D-6C86E13C151D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789A0-D3E9-66FD-7539-6A6A6BF8AE70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18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848AD-EA86-A0CD-9EA7-916C680E28BB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The skeleton is fixed: snapshot, perform, record. Each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ConcreteCommand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supplies perform.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F4ED05-7DDE-E081-2977-3D89054A7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27" y="594359"/>
            <a:ext cx="6858000" cy="517717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E98CD4AA-6601-A12A-3EAD-B04D741DA2FB}"/>
              </a:ext>
            </a:extLst>
          </p:cNvPr>
          <p:cNvGrpSpPr/>
          <p:nvPr/>
        </p:nvGrpSpPr>
        <p:grpSpPr>
          <a:xfrm>
            <a:off x="4713627" y="484632"/>
            <a:ext cx="6858000" cy="5553455"/>
            <a:chOff x="5926415" y="594359"/>
            <a:chExt cx="5531017" cy="3395798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0D8632EC-9DDA-AAEC-1260-D98E4415E757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9E6DFD0E-D602-21C2-8624-78900639BC9B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" name="Connector 14">
              <a:extLst>
                <a:ext uri="{FF2B5EF4-FFF2-40B4-BE49-F238E27FC236}">
                  <a16:creationId xmlns:a16="http://schemas.microsoft.com/office/drawing/2014/main" id="{9185C91F-779D-149A-4A68-E6E0F1CD69D8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974B61-0780-902D-8D0B-4F8F99F46845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2194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0C2FB-8490-6C02-825B-9BD1FD09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B6E047BB-5F4D-A675-3CDC-646D4CAD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48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2EF767-84C7-C1C1-5780-316C1D0A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3590851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Façade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DD19E-FD4F-CBB9-2325-B8E0A656E5A6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12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STRUCTURAL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18177D-3736-0C57-EDAC-F6D5EF0D609B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A46185-84D0-7F88-738F-E9E968533AD1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757A4-53D2-07DE-E0F2-DA135DA8D648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dirty="0">
                <a:solidFill>
                  <a:srgbClr val="6B7079"/>
                </a:solidFill>
                <a:latin typeface="Courier New"/>
              </a:rPr>
              <a:t>19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9B2F0-23A5-B617-C30A-80328FCC9A10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One unified, high-level interface over the complex subsystem classes, so the client gets a much simpler way in.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C6A4F2-0174-E925-BAA8-10BC0628E268}"/>
              </a:ext>
            </a:extLst>
          </p:cNvPr>
          <p:cNvGrpSpPr/>
          <p:nvPr/>
        </p:nvGrpSpPr>
        <p:grpSpPr>
          <a:xfrm>
            <a:off x="4693244" y="2098035"/>
            <a:ext cx="6878383" cy="2661930"/>
            <a:chOff x="4693244" y="1886699"/>
            <a:chExt cx="6878383" cy="266193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1360573-1473-4483-4959-070EEB3768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3565" t="18187" r="9552" b="57386"/>
            <a:stretch>
              <a:fillRect/>
            </a:stretch>
          </p:blipFill>
          <p:spPr>
            <a:xfrm>
              <a:off x="4693244" y="1886699"/>
              <a:ext cx="6858000" cy="253799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A0D1A5F-B1C5-CFF0-7148-50AE16F65FF2}"/>
                </a:ext>
              </a:extLst>
            </p:cNvPr>
            <p:cNvGrpSpPr/>
            <p:nvPr/>
          </p:nvGrpSpPr>
          <p:grpSpPr>
            <a:xfrm>
              <a:off x="4713627" y="1886699"/>
              <a:ext cx="6858000" cy="2661930"/>
              <a:chOff x="5926415" y="594359"/>
              <a:chExt cx="5531017" cy="3395798"/>
            </a:xfrm>
          </p:grpSpPr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8B0D95CD-107E-9E3E-DEAD-B15EEC6658B1}"/>
                  </a:ext>
                </a:extLst>
              </p:cNvPr>
              <p:cNvSpPr/>
              <p:nvPr/>
            </p:nvSpPr>
            <p:spPr>
              <a:xfrm>
                <a:off x="5937066" y="615677"/>
                <a:ext cx="5503927" cy="3236695"/>
              </a:xfrm>
              <a:custGeom>
                <a:avLst/>
                <a:gdLst/>
                <a:ahLst/>
                <a:cxnLst/>
                <a:rect l="l" t="t" r="r" b="b"/>
                <a:pathLst>
                  <a:path w="5503927" h="3236695">
                    <a:moveTo>
                      <a:pt x="11955" y="24898"/>
                    </a:moveTo>
                    <a:lnTo>
                      <a:pt x="1365176" y="26015"/>
                    </a:lnTo>
                    <a:lnTo>
                      <a:pt x="2770174" y="34808"/>
                    </a:lnTo>
                    <a:lnTo>
                      <a:pt x="4132077" y="16836"/>
                    </a:lnTo>
                    <a:lnTo>
                      <a:pt x="5503927" y="23877"/>
                    </a:lnTo>
                    <a:lnTo>
                      <a:pt x="5493155" y="1633493"/>
                    </a:lnTo>
                    <a:lnTo>
                      <a:pt x="5480107" y="3230468"/>
                    </a:lnTo>
                    <a:lnTo>
                      <a:pt x="4106532" y="3225021"/>
                    </a:lnTo>
                    <a:lnTo>
                      <a:pt x="2751434" y="3211449"/>
                    </a:lnTo>
                    <a:lnTo>
                      <a:pt x="1387785" y="3221216"/>
                    </a:lnTo>
                    <a:lnTo>
                      <a:pt x="13119" y="3236695"/>
                    </a:lnTo>
                    <a:lnTo>
                      <a:pt x="0" y="1603242"/>
                    </a:lnTo>
                    <a:lnTo>
                      <a:pt x="56517" y="0"/>
                    </a:lnTo>
                  </a:path>
                </a:pathLst>
              </a:custGeom>
              <a:noFill/>
              <a:ln w="15875">
                <a:solidFill>
                  <a:srgbClr val="26282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C946CE39-FC67-919A-4297-86D9B1D5AF89}"/>
                  </a:ext>
                </a:extLst>
              </p:cNvPr>
              <p:cNvSpPr/>
              <p:nvPr/>
            </p:nvSpPr>
            <p:spPr>
              <a:xfrm>
                <a:off x="5926415" y="594359"/>
                <a:ext cx="5531017" cy="3272261"/>
              </a:xfrm>
              <a:custGeom>
                <a:avLst/>
                <a:gdLst/>
                <a:ahLst/>
                <a:cxnLst/>
                <a:rect l="l" t="t" r="r" b="b"/>
                <a:pathLst>
                  <a:path w="5531017" h="3272261">
                    <a:moveTo>
                      <a:pt x="0" y="20482"/>
                    </a:moveTo>
                    <a:lnTo>
                      <a:pt x="1417893" y="52768"/>
                    </a:lnTo>
                    <a:lnTo>
                      <a:pt x="2758959" y="68025"/>
                    </a:lnTo>
                    <a:lnTo>
                      <a:pt x="4122989" y="53157"/>
                    </a:lnTo>
                    <a:lnTo>
                      <a:pt x="5486132" y="37685"/>
                    </a:lnTo>
                    <a:lnTo>
                      <a:pt x="5526127" y="1669705"/>
                    </a:lnTo>
                    <a:lnTo>
                      <a:pt x="5531017" y="3235025"/>
                    </a:lnTo>
                    <a:lnTo>
                      <a:pt x="4139853" y="3230553"/>
                    </a:lnTo>
                    <a:lnTo>
                      <a:pt x="2738829" y="3242402"/>
                    </a:lnTo>
                    <a:lnTo>
                      <a:pt x="1413375" y="3265593"/>
                    </a:lnTo>
                    <a:lnTo>
                      <a:pt x="33487" y="3272261"/>
                    </a:lnTo>
                    <a:lnTo>
                      <a:pt x="4886" y="1620651"/>
                    </a:lnTo>
                    <a:lnTo>
                      <a:pt x="71196" y="0"/>
                    </a:lnTo>
                  </a:path>
                </a:pathLst>
              </a:custGeom>
              <a:noFill/>
              <a:ln w="6350">
                <a:solidFill>
                  <a:srgbClr val="6B707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8" name="Connector 14">
                <a:extLst>
                  <a:ext uri="{FF2B5EF4-FFF2-40B4-BE49-F238E27FC236}">
                    <a16:creationId xmlns:a16="http://schemas.microsoft.com/office/drawing/2014/main" id="{C2D7CB87-00BA-4E57-EC5E-9A895FEEFB50}"/>
                  </a:ext>
                </a:extLst>
              </p:cNvPr>
              <p:cNvCxnSpPr/>
              <p:nvPr/>
            </p:nvCxnSpPr>
            <p:spPr>
              <a:xfrm>
                <a:off x="5945997" y="3946722"/>
                <a:ext cx="548640" cy="0"/>
              </a:xfrm>
              <a:prstGeom prst="line">
                <a:avLst/>
              </a:prstGeom>
              <a:ln w="6350">
                <a:solidFill>
                  <a:srgbClr val="6B7079"/>
                </a:solidFill>
              </a:ln>
              <a:effectLst/>
            </p:spPr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EC6169-1958-6EFD-90D0-564CAF3E044C}"/>
                  </a:ext>
                </a:extLst>
              </p:cNvPr>
              <p:cNvSpPr txBox="1"/>
              <p:nvPr/>
            </p:nvSpPr>
            <p:spPr>
              <a:xfrm>
                <a:off x="6631797" y="3908833"/>
                <a:ext cx="4754880" cy="8132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GB" sz="800" dirty="0">
                    <a:solidFill>
                      <a:srgbClr val="6B7079"/>
                    </a:solidFill>
                    <a:latin typeface="Courier New"/>
                  </a:rPr>
                  <a:t>NB: certain participants may have been omitted for visual purposes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8269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8330-B541-10BB-8003-69AE32B4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D82583CC-BCEF-DAFE-880B-2CEE5322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11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2CB7DF-84D8-D3C0-E014-BE635951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3590851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Iterator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86D20-5D6E-4B93-6A9B-ADF8436C0F12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13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5123974-A42E-1D8B-B38C-0C69BB680FFA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FD24F8-3272-4988-886A-E6900434EF14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A2A2C-926F-9200-D20D-F37FF1740106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b="0" dirty="0">
                <a:solidFill>
                  <a:srgbClr val="6B7079"/>
                </a:solidFill>
                <a:latin typeface="Courier New"/>
              </a:rPr>
              <a:t>20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3A55B-A822-55C5-EC83-84AC087B6213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A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DepthFirstIterator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walks the workflow tree without exposing how its elements are stored.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9ECCBA-B5CA-49D8-7E23-B50AF8424572}"/>
              </a:ext>
            </a:extLst>
          </p:cNvPr>
          <p:cNvGrpSpPr/>
          <p:nvPr/>
        </p:nvGrpSpPr>
        <p:grpSpPr>
          <a:xfrm>
            <a:off x="4844042" y="2003676"/>
            <a:ext cx="6858000" cy="2850649"/>
            <a:chOff x="4844042" y="1829356"/>
            <a:chExt cx="6858000" cy="285064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6FC5FD8-0A4E-84ED-62F1-969AA81E9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4042" y="1829356"/>
              <a:ext cx="6858000" cy="273851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A8AA31-C2C6-7EA2-88C1-AC68A85A3956}"/>
                </a:ext>
              </a:extLst>
            </p:cNvPr>
            <p:cNvGrpSpPr/>
            <p:nvPr/>
          </p:nvGrpSpPr>
          <p:grpSpPr>
            <a:xfrm>
              <a:off x="4844042" y="1829356"/>
              <a:ext cx="6858000" cy="2850649"/>
              <a:chOff x="5926415" y="594359"/>
              <a:chExt cx="5531017" cy="3395798"/>
            </a:xfrm>
          </p:grpSpPr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1449790C-4B08-3636-31DF-F5D021ADBF10}"/>
                  </a:ext>
                </a:extLst>
              </p:cNvPr>
              <p:cNvSpPr/>
              <p:nvPr/>
            </p:nvSpPr>
            <p:spPr>
              <a:xfrm>
                <a:off x="5937066" y="615677"/>
                <a:ext cx="5503927" cy="3236695"/>
              </a:xfrm>
              <a:custGeom>
                <a:avLst/>
                <a:gdLst/>
                <a:ahLst/>
                <a:cxnLst/>
                <a:rect l="l" t="t" r="r" b="b"/>
                <a:pathLst>
                  <a:path w="5503927" h="3236695">
                    <a:moveTo>
                      <a:pt x="11955" y="24898"/>
                    </a:moveTo>
                    <a:lnTo>
                      <a:pt x="1365176" y="26015"/>
                    </a:lnTo>
                    <a:lnTo>
                      <a:pt x="2770174" y="34808"/>
                    </a:lnTo>
                    <a:lnTo>
                      <a:pt x="4132077" y="16836"/>
                    </a:lnTo>
                    <a:lnTo>
                      <a:pt x="5503927" y="23877"/>
                    </a:lnTo>
                    <a:lnTo>
                      <a:pt x="5493155" y="1633493"/>
                    </a:lnTo>
                    <a:lnTo>
                      <a:pt x="5480107" y="3230468"/>
                    </a:lnTo>
                    <a:lnTo>
                      <a:pt x="4106532" y="3225021"/>
                    </a:lnTo>
                    <a:lnTo>
                      <a:pt x="2751434" y="3211449"/>
                    </a:lnTo>
                    <a:lnTo>
                      <a:pt x="1387785" y="3221216"/>
                    </a:lnTo>
                    <a:lnTo>
                      <a:pt x="13119" y="3236695"/>
                    </a:lnTo>
                    <a:lnTo>
                      <a:pt x="0" y="1603242"/>
                    </a:lnTo>
                    <a:lnTo>
                      <a:pt x="56517" y="0"/>
                    </a:lnTo>
                  </a:path>
                </a:pathLst>
              </a:custGeom>
              <a:noFill/>
              <a:ln w="15875">
                <a:solidFill>
                  <a:srgbClr val="26282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046B68FD-CC43-FED7-E3D0-EB41C864EDF6}"/>
                  </a:ext>
                </a:extLst>
              </p:cNvPr>
              <p:cNvSpPr/>
              <p:nvPr/>
            </p:nvSpPr>
            <p:spPr>
              <a:xfrm>
                <a:off x="5926415" y="594359"/>
                <a:ext cx="5531017" cy="3272261"/>
              </a:xfrm>
              <a:custGeom>
                <a:avLst/>
                <a:gdLst/>
                <a:ahLst/>
                <a:cxnLst/>
                <a:rect l="l" t="t" r="r" b="b"/>
                <a:pathLst>
                  <a:path w="5531017" h="3272261">
                    <a:moveTo>
                      <a:pt x="0" y="20482"/>
                    </a:moveTo>
                    <a:lnTo>
                      <a:pt x="1417893" y="52768"/>
                    </a:lnTo>
                    <a:lnTo>
                      <a:pt x="2758959" y="68025"/>
                    </a:lnTo>
                    <a:lnTo>
                      <a:pt x="4122989" y="53157"/>
                    </a:lnTo>
                    <a:lnTo>
                      <a:pt x="5486132" y="37685"/>
                    </a:lnTo>
                    <a:lnTo>
                      <a:pt x="5526127" y="1669705"/>
                    </a:lnTo>
                    <a:lnTo>
                      <a:pt x="5531017" y="3235025"/>
                    </a:lnTo>
                    <a:lnTo>
                      <a:pt x="4139853" y="3230553"/>
                    </a:lnTo>
                    <a:lnTo>
                      <a:pt x="2738829" y="3242402"/>
                    </a:lnTo>
                    <a:lnTo>
                      <a:pt x="1413375" y="3265593"/>
                    </a:lnTo>
                    <a:lnTo>
                      <a:pt x="33487" y="3272261"/>
                    </a:lnTo>
                    <a:lnTo>
                      <a:pt x="4886" y="1620651"/>
                    </a:lnTo>
                    <a:lnTo>
                      <a:pt x="71196" y="0"/>
                    </a:lnTo>
                  </a:path>
                </a:pathLst>
              </a:custGeom>
              <a:noFill/>
              <a:ln w="6350">
                <a:solidFill>
                  <a:srgbClr val="6B707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8" name="Connector 14">
                <a:extLst>
                  <a:ext uri="{FF2B5EF4-FFF2-40B4-BE49-F238E27FC236}">
                    <a16:creationId xmlns:a16="http://schemas.microsoft.com/office/drawing/2014/main" id="{DFD3F1D6-F831-2E88-0536-4CC69824A09E}"/>
                  </a:ext>
                </a:extLst>
              </p:cNvPr>
              <p:cNvCxnSpPr/>
              <p:nvPr/>
            </p:nvCxnSpPr>
            <p:spPr>
              <a:xfrm>
                <a:off x="5945997" y="3946722"/>
                <a:ext cx="548640" cy="0"/>
              </a:xfrm>
              <a:prstGeom prst="line">
                <a:avLst/>
              </a:prstGeom>
              <a:ln w="6350">
                <a:solidFill>
                  <a:srgbClr val="6B7079"/>
                </a:solidFill>
              </a:ln>
              <a:effectLst/>
            </p:spPr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A70C05-2F3B-2291-A99B-84E504E05D16}"/>
                  </a:ext>
                </a:extLst>
              </p:cNvPr>
              <p:cNvSpPr txBox="1"/>
              <p:nvPr/>
            </p:nvSpPr>
            <p:spPr>
              <a:xfrm>
                <a:off x="6631797" y="3908833"/>
                <a:ext cx="4754880" cy="8132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GB" sz="800" dirty="0">
                    <a:solidFill>
                      <a:srgbClr val="6B7079"/>
                    </a:solidFill>
                    <a:latin typeface="Courier New"/>
                  </a:rPr>
                  <a:t>NB: certain participants may have been omitted for visual purposes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1924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7FB1-2FCF-28E2-8986-E5E5D9B5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EDF9D6D6-AF9F-4B42-CA82-595C0C006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818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C24EC5-A1A7-DA69-CF85-5EFB2208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39" y="2561336"/>
            <a:ext cx="3590851" cy="82296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ZA" sz="3200" b="1" dirty="0">
                <a:solidFill>
                  <a:srgbClr val="26282C"/>
                </a:solidFill>
                <a:latin typeface="Inter"/>
              </a:rPr>
              <a:t>Visitor</a:t>
            </a:r>
            <a:endParaRPr sz="32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699E6-0175-207F-51F5-C106AD510F28}"/>
              </a:ext>
            </a:extLst>
          </p:cNvPr>
          <p:cNvSpPr txBox="1"/>
          <p:nvPr/>
        </p:nvSpPr>
        <p:spPr>
          <a:xfrm>
            <a:off x="763540" y="2241295"/>
            <a:ext cx="3590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B5C8A"/>
                </a:solidFill>
                <a:latin typeface="Courier New"/>
              </a:rPr>
              <a:t>PATTERN </a:t>
            </a:r>
            <a:r>
              <a:rPr lang="en-ZA" sz="1000" dirty="0">
                <a:solidFill>
                  <a:srgbClr val="2B5C8A"/>
                </a:solidFill>
                <a:latin typeface="Courier New"/>
              </a:rPr>
              <a:t>14</a:t>
            </a:r>
            <a:r>
              <a:rPr sz="1000" b="0" dirty="0">
                <a:solidFill>
                  <a:srgbClr val="2B5C8A"/>
                </a:solidFill>
                <a:latin typeface="Courier New"/>
              </a:rPr>
              <a:t> / 14 — </a:t>
            </a:r>
            <a:r>
              <a:rPr lang="en-ZA" sz="1000" b="0" dirty="0">
                <a:solidFill>
                  <a:srgbClr val="2B5C8A"/>
                </a:solidFill>
                <a:latin typeface="Courier New"/>
              </a:rPr>
              <a:t>BEHAVIOURAL</a:t>
            </a:r>
            <a:endParaRPr sz="1000" b="0" dirty="0">
              <a:solidFill>
                <a:srgbClr val="2B5C8A"/>
              </a:solidFill>
              <a:latin typeface="Courier New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86BDFFF-DC46-AF28-D0D8-87D8EC945A9B}"/>
              </a:ext>
            </a:extLst>
          </p:cNvPr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6350">
            <a:solidFill>
              <a:srgbClr val="A3ABB5"/>
            </a:solidFill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42B602-5B86-1643-001A-DACF25C17B0B}"/>
              </a:ext>
            </a:extLst>
          </p:cNvPr>
          <p:cNvSpPr txBox="1"/>
          <p:nvPr/>
        </p:nvSpPr>
        <p:spPr>
          <a:xfrm>
            <a:off x="731520" y="63733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B7079"/>
                </a:solidFill>
                <a:latin typeface="Courier New"/>
              </a:rPr>
              <a:t>TIVIDY — A Generic Workflow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59848-76F0-A238-B458-46B6E79CA67A}"/>
              </a:ext>
            </a:extLst>
          </p:cNvPr>
          <p:cNvSpPr txBox="1"/>
          <p:nvPr/>
        </p:nvSpPr>
        <p:spPr>
          <a:xfrm>
            <a:off x="8714232" y="6373368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dirty="0">
                <a:solidFill>
                  <a:srgbClr val="6B7079"/>
                </a:solidFill>
                <a:latin typeface="Courier New"/>
              </a:rPr>
              <a:t>SHEET </a:t>
            </a:r>
            <a:r>
              <a:rPr lang="en-ZA" sz="800" b="0" dirty="0">
                <a:solidFill>
                  <a:srgbClr val="6B7079"/>
                </a:solidFill>
                <a:latin typeface="Courier New"/>
              </a:rPr>
              <a:t>21</a:t>
            </a:r>
            <a:r>
              <a:rPr sz="800" b="0" dirty="0">
                <a:solidFill>
                  <a:srgbClr val="6B7079"/>
                </a:solidFill>
                <a:latin typeface="Courier New"/>
              </a:rPr>
              <a:t> / </a:t>
            </a:r>
            <a:r>
              <a:rPr lang="en-GB" sz="800" b="0" dirty="0">
                <a:solidFill>
                  <a:srgbClr val="6B7079"/>
                </a:solidFill>
                <a:latin typeface="Courier New"/>
              </a:rPr>
              <a:t>27</a:t>
            </a:r>
            <a:endParaRPr sz="800" b="0" dirty="0">
              <a:solidFill>
                <a:srgbClr val="6B7079"/>
              </a:solidFill>
              <a:latin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3DBC5-74EB-5F89-B451-A8F1A8D773F1}"/>
              </a:ext>
            </a:extLst>
          </p:cNvPr>
          <p:cNvSpPr txBox="1"/>
          <p:nvPr/>
        </p:nvSpPr>
        <p:spPr>
          <a:xfrm>
            <a:off x="763540" y="3155696"/>
            <a:ext cx="3590850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Reports live in visitors, not in the work classes.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ProgressReport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counts the states; </a:t>
            </a:r>
            <a:r>
              <a:rPr lang="en-GB" sz="1600" dirty="0" err="1">
                <a:solidFill>
                  <a:srgbClr val="6B7079"/>
                </a:solidFill>
                <a:latin typeface="Inter"/>
              </a:rPr>
              <a:t>TreePrinter</a:t>
            </a:r>
            <a:r>
              <a:rPr lang="en-GB" sz="1600" dirty="0">
                <a:solidFill>
                  <a:srgbClr val="6B7079"/>
                </a:solidFill>
                <a:latin typeface="Inter"/>
              </a:rPr>
              <a:t> draws the tree.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852231-D494-D6C5-EFCF-F3B0256D8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531" y="693420"/>
            <a:ext cx="5364088" cy="48463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DB643-3FF0-D8B2-296A-5E32D0094BF8}"/>
              </a:ext>
            </a:extLst>
          </p:cNvPr>
          <p:cNvGrpSpPr/>
          <p:nvPr/>
        </p:nvGrpSpPr>
        <p:grpSpPr>
          <a:xfrm>
            <a:off x="5552531" y="594360"/>
            <a:ext cx="5364088" cy="5140675"/>
            <a:chOff x="5926415" y="594359"/>
            <a:chExt cx="5531017" cy="3395798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8840042-FEF8-2443-31B7-12B82826716A}"/>
                </a:ext>
              </a:extLst>
            </p:cNvPr>
            <p:cNvSpPr/>
            <p:nvPr/>
          </p:nvSpPr>
          <p:spPr>
            <a:xfrm>
              <a:off x="5937066" y="615677"/>
              <a:ext cx="5503927" cy="3236695"/>
            </a:xfrm>
            <a:custGeom>
              <a:avLst/>
              <a:gdLst/>
              <a:ahLst/>
              <a:cxnLst/>
              <a:rect l="l" t="t" r="r" b="b"/>
              <a:pathLst>
                <a:path w="5503927" h="3236695">
                  <a:moveTo>
                    <a:pt x="11955" y="24898"/>
                  </a:moveTo>
                  <a:lnTo>
                    <a:pt x="1365176" y="26015"/>
                  </a:lnTo>
                  <a:lnTo>
                    <a:pt x="2770174" y="34808"/>
                  </a:lnTo>
                  <a:lnTo>
                    <a:pt x="4132077" y="16836"/>
                  </a:lnTo>
                  <a:lnTo>
                    <a:pt x="5503927" y="23877"/>
                  </a:lnTo>
                  <a:lnTo>
                    <a:pt x="5493155" y="1633493"/>
                  </a:lnTo>
                  <a:lnTo>
                    <a:pt x="5480107" y="3230468"/>
                  </a:lnTo>
                  <a:lnTo>
                    <a:pt x="4106532" y="3225021"/>
                  </a:lnTo>
                  <a:lnTo>
                    <a:pt x="2751434" y="3211449"/>
                  </a:lnTo>
                  <a:lnTo>
                    <a:pt x="1387785" y="3221216"/>
                  </a:lnTo>
                  <a:lnTo>
                    <a:pt x="13119" y="3236695"/>
                  </a:lnTo>
                  <a:lnTo>
                    <a:pt x="0" y="1603242"/>
                  </a:lnTo>
                  <a:lnTo>
                    <a:pt x="56517" y="0"/>
                  </a:lnTo>
                </a:path>
              </a:pathLst>
            </a:custGeom>
            <a:noFill/>
            <a:ln w="15875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CE5044AF-73E9-FDC0-7235-940732B17B0D}"/>
                </a:ext>
              </a:extLst>
            </p:cNvPr>
            <p:cNvSpPr/>
            <p:nvPr/>
          </p:nvSpPr>
          <p:spPr>
            <a:xfrm>
              <a:off x="5926415" y="594359"/>
              <a:ext cx="5531017" cy="3272261"/>
            </a:xfrm>
            <a:custGeom>
              <a:avLst/>
              <a:gdLst/>
              <a:ahLst/>
              <a:cxnLst/>
              <a:rect l="l" t="t" r="r" b="b"/>
              <a:pathLst>
                <a:path w="5531017" h="3272261">
                  <a:moveTo>
                    <a:pt x="0" y="20482"/>
                  </a:moveTo>
                  <a:lnTo>
                    <a:pt x="1417893" y="52768"/>
                  </a:lnTo>
                  <a:lnTo>
                    <a:pt x="2758959" y="68025"/>
                  </a:lnTo>
                  <a:lnTo>
                    <a:pt x="4122989" y="53157"/>
                  </a:lnTo>
                  <a:lnTo>
                    <a:pt x="5486132" y="37685"/>
                  </a:lnTo>
                  <a:lnTo>
                    <a:pt x="5526127" y="1669705"/>
                  </a:lnTo>
                  <a:lnTo>
                    <a:pt x="5531017" y="3235025"/>
                  </a:lnTo>
                  <a:lnTo>
                    <a:pt x="4139853" y="3230553"/>
                  </a:lnTo>
                  <a:lnTo>
                    <a:pt x="2738829" y="3242402"/>
                  </a:lnTo>
                  <a:lnTo>
                    <a:pt x="1413375" y="3265593"/>
                  </a:lnTo>
                  <a:lnTo>
                    <a:pt x="33487" y="3272261"/>
                  </a:lnTo>
                  <a:lnTo>
                    <a:pt x="4886" y="1620651"/>
                  </a:lnTo>
                  <a:lnTo>
                    <a:pt x="71196" y="0"/>
                  </a:lnTo>
                </a:path>
              </a:pathLst>
            </a:custGeom>
            <a:noFill/>
            <a:ln w="6350">
              <a:solidFill>
                <a:srgbClr val="6B7079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" name="Connector 14">
              <a:extLst>
                <a:ext uri="{FF2B5EF4-FFF2-40B4-BE49-F238E27FC236}">
                  <a16:creationId xmlns:a16="http://schemas.microsoft.com/office/drawing/2014/main" id="{BFD31B8C-D2BB-3F6D-CE84-C68C8112CDA9}"/>
                </a:ext>
              </a:extLst>
            </p:cNvPr>
            <p:cNvCxnSpPr/>
            <p:nvPr/>
          </p:nvCxnSpPr>
          <p:spPr>
            <a:xfrm>
              <a:off x="5945997" y="3946722"/>
              <a:ext cx="548640" cy="0"/>
            </a:xfrm>
            <a:prstGeom prst="line">
              <a:avLst/>
            </a:prstGeom>
            <a:ln w="6350">
              <a:solidFill>
                <a:srgbClr val="6B7079"/>
              </a:solidFill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0172AF-5535-FD91-EDDE-CE24DB230DCE}"/>
                </a:ext>
              </a:extLst>
            </p:cNvPr>
            <p:cNvSpPr txBox="1"/>
            <p:nvPr/>
          </p:nvSpPr>
          <p:spPr>
            <a:xfrm>
              <a:off x="6631797" y="3908833"/>
              <a:ext cx="4754880" cy="81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GB" sz="800" dirty="0">
                  <a:solidFill>
                    <a:srgbClr val="6B7079"/>
                  </a:solidFill>
                  <a:latin typeface="Courier New"/>
                </a:rPr>
                <a:t>NB: certain participants may have been omitted for visual purposes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0374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178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6E1F-E86F-E654-CD59-5F3418FD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88BA41-5E02-9742-43E2-811F60D94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51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515600" cy="1645920"/>
          </a:xfrm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9600" b="1" dirty="0">
                <a:solidFill>
                  <a:srgbClr val="FFFFFF"/>
                </a:solidFill>
                <a:latin typeface="Inter"/>
              </a:rPr>
              <a:t>Lights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100" b="0" dirty="0">
                <a:solidFill>
                  <a:srgbClr val="DCE6F0"/>
                </a:solidFill>
                <a:latin typeface="Courier New"/>
              </a:rPr>
              <a:t>CONCRETE </a:t>
            </a:r>
            <a:r>
              <a:rPr sz="1100" b="0" dirty="0">
                <a:solidFill>
                  <a:srgbClr val="DCE6F0"/>
                </a:solidFill>
                <a:latin typeface="Courier New"/>
              </a:rPr>
              <a:t>SCENARIO 01 — INCIDENT RESPONSE</a:t>
            </a:r>
            <a:r>
              <a:rPr lang="en-ZA" sz="1100" b="0" dirty="0">
                <a:solidFill>
                  <a:srgbClr val="DCE6F0"/>
                </a:solidFill>
                <a:latin typeface="Courier New"/>
              </a:rPr>
              <a:t> WORKFLOW</a:t>
            </a:r>
            <a:endParaRPr sz="1100" b="0" dirty="0">
              <a:solidFill>
                <a:srgbClr val="DCE6F0"/>
              </a:solidFill>
              <a:latin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364480" cy="13074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solidFill>
                  <a:srgbClr val="DCE6F0"/>
                </a:solidFill>
                <a:latin typeface="Inter"/>
              </a:rPr>
              <a:t>On 29</a:t>
            </a:r>
            <a:r>
              <a:rPr lang="en-GB" baseline="30000" dirty="0">
                <a:solidFill>
                  <a:srgbClr val="DCE6F0"/>
                </a:solidFill>
                <a:latin typeface="Inter"/>
              </a:rPr>
              <a:t>th</a:t>
            </a:r>
            <a:r>
              <a:rPr lang="en-GB" dirty="0">
                <a:solidFill>
                  <a:srgbClr val="DCE6F0"/>
                </a:solidFill>
                <a:latin typeface="Inter"/>
              </a:rPr>
              <a:t> September 2026, during heavy rain, an explosion at the </a:t>
            </a:r>
            <a:r>
              <a:rPr lang="en-GB" dirty="0" err="1">
                <a:solidFill>
                  <a:srgbClr val="DCE6F0"/>
                </a:solidFill>
                <a:latin typeface="Inter"/>
              </a:rPr>
              <a:t>Waltloo</a:t>
            </a:r>
            <a:r>
              <a:rPr lang="en-GB" dirty="0">
                <a:solidFill>
                  <a:srgbClr val="DCE6F0"/>
                </a:solidFill>
                <a:latin typeface="Inter"/>
              </a:rPr>
              <a:t> substation caused a 132 kV trip at Njala. A transformer was found faulty, and the City ran three-hour load rotations while it was being repaired.</a:t>
            </a:r>
            <a:endParaRPr sz="1800" b="0" dirty="0">
              <a:solidFill>
                <a:srgbClr val="DCE6F0"/>
              </a:solidFill>
              <a:latin typeface="Inter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EFA3253-18D1-5938-BC45-34D1E0F66F21}"/>
              </a:ext>
            </a:extLst>
          </p:cNvPr>
          <p:cNvSpPr/>
          <p:nvPr/>
        </p:nvSpPr>
        <p:spPr>
          <a:xfrm>
            <a:off x="6827520" y="822960"/>
            <a:ext cx="3455493" cy="3319414"/>
          </a:xfrm>
          <a:custGeom>
            <a:avLst/>
            <a:gdLst/>
            <a:ahLst/>
            <a:cxnLst/>
            <a:rect l="l" t="t" r="r" b="b"/>
            <a:pathLst>
              <a:path w="3455493" h="3319414">
                <a:moveTo>
                  <a:pt x="4155" y="37129"/>
                </a:moveTo>
                <a:lnTo>
                  <a:pt x="1711540" y="13748"/>
                </a:lnTo>
                <a:lnTo>
                  <a:pt x="3439794" y="34776"/>
                </a:lnTo>
                <a:lnTo>
                  <a:pt x="3451624" y="1679445"/>
                </a:lnTo>
                <a:lnTo>
                  <a:pt x="3455493" y="3318167"/>
                </a:lnTo>
                <a:lnTo>
                  <a:pt x="1741118" y="3303297"/>
                </a:lnTo>
                <a:lnTo>
                  <a:pt x="0" y="3319414"/>
                </a:lnTo>
                <a:lnTo>
                  <a:pt x="2515" y="1680889"/>
                </a:lnTo>
                <a:lnTo>
                  <a:pt x="70133" y="0"/>
                </a:lnTo>
              </a:path>
            </a:pathLst>
          </a:custGeom>
          <a:noFill/>
          <a:ln w="12700">
            <a:solidFill>
              <a:srgbClr val="26282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68F706-E2F1-F208-4E3C-9D7999DDBC8A}"/>
              </a:ext>
            </a:extLst>
          </p:cNvPr>
          <p:cNvSpPr/>
          <p:nvPr/>
        </p:nvSpPr>
        <p:spPr>
          <a:xfrm>
            <a:off x="6943619" y="865114"/>
            <a:ext cx="4378578" cy="5168536"/>
          </a:xfrm>
          <a:prstGeom prst="rect">
            <a:avLst/>
          </a:prstGeom>
          <a:solidFill>
            <a:srgbClr val="EDE5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B16E30C2-7EF0-ACB3-0D20-2D4595D949E4}"/>
              </a:ext>
            </a:extLst>
          </p:cNvPr>
          <p:cNvSpPr/>
          <p:nvPr/>
        </p:nvSpPr>
        <p:spPr>
          <a:xfrm>
            <a:off x="6945297" y="822961"/>
            <a:ext cx="4398779" cy="5212080"/>
          </a:xfrm>
          <a:custGeom>
            <a:avLst/>
            <a:gdLst/>
            <a:ahLst/>
            <a:cxnLst/>
            <a:rect l="l" t="t" r="r" b="b"/>
            <a:pathLst>
              <a:path w="3444820" h="3319573">
                <a:moveTo>
                  <a:pt x="11255" y="29040"/>
                </a:moveTo>
                <a:lnTo>
                  <a:pt x="1706299" y="22502"/>
                </a:lnTo>
                <a:lnTo>
                  <a:pt x="3440315" y="41496"/>
                </a:lnTo>
                <a:lnTo>
                  <a:pt x="3417015" y="1685596"/>
                </a:lnTo>
                <a:lnTo>
                  <a:pt x="3444820" y="3319573"/>
                </a:lnTo>
                <a:lnTo>
                  <a:pt x="1715856" y="3307749"/>
                </a:lnTo>
                <a:lnTo>
                  <a:pt x="0" y="3318803"/>
                </a:lnTo>
                <a:lnTo>
                  <a:pt x="2535" y="1655494"/>
                </a:lnTo>
                <a:lnTo>
                  <a:pt x="70719" y="0"/>
                </a:lnTo>
              </a:path>
            </a:pathLst>
          </a:custGeom>
          <a:noFill/>
          <a:ln w="12700">
            <a:solidFill>
              <a:srgbClr val="26282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UPDATE | MMC Mashola on Site at Watloo Substation Fire By Mamelodi News and  TV The MMC for Utilities, Ald Sam Molatelo Mashola, is currently on site at  the Watloo Substation together">
            <a:extLst>
              <a:ext uri="{FF2B5EF4-FFF2-40B4-BE49-F238E27FC236}">
                <a16:creationId xmlns:a16="http://schemas.microsoft.com/office/drawing/2014/main" id="{A2549F62-FBA7-DA80-6662-24903AFD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7160714" y="797620"/>
            <a:ext cx="39776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318B-E25D-AD4B-3D7A-43631125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CBA00DF8-860C-9ACF-AE0A-521A89E5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3FD147-EDBE-C24D-B055-B3023FD5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22960"/>
            <a:ext cx="10698480" cy="822960"/>
          </a:xfrm>
        </p:spPr>
        <p:txBody>
          <a:bodyPr wrap="square" lIns="0" tIns="0" rIns="0" bIns="0" anchor="t">
            <a:normAutofit fontScale="90000"/>
          </a:bodyPr>
          <a:lstStyle/>
          <a:p>
            <a:pPr algn="r">
              <a:lnSpc>
                <a:spcPct val="95000"/>
              </a:lnSpc>
            </a:pPr>
            <a:r>
              <a:rPr lang="en-ZA" sz="6000" b="1" dirty="0">
                <a:solidFill>
                  <a:srgbClr val="26282C"/>
                </a:solidFill>
                <a:latin typeface="Inter"/>
              </a:rPr>
              <a:t>Tyto Insights</a:t>
            </a:r>
            <a:endParaRPr sz="6000" b="1" dirty="0">
              <a:solidFill>
                <a:srgbClr val="26282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D9F47-B02E-A7A6-7452-32998AC218BB}"/>
              </a:ext>
            </a:extLst>
          </p:cNvPr>
          <p:cNvSpPr txBox="1"/>
          <p:nvPr/>
        </p:nvSpPr>
        <p:spPr>
          <a:xfrm>
            <a:off x="731519" y="502920"/>
            <a:ext cx="1047764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GB" sz="1000" dirty="0">
                <a:solidFill>
                  <a:srgbClr val="2B5C8A"/>
                </a:solidFill>
                <a:latin typeface="Courier New"/>
              </a:rPr>
              <a:t>CONCRETE SCENARIO 02 — JOB APPLICATION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C447C-DFD1-4EBD-D617-DF849DB9FA4C}"/>
              </a:ext>
            </a:extLst>
          </p:cNvPr>
          <p:cNvSpPr txBox="1"/>
          <p:nvPr/>
        </p:nvSpPr>
        <p:spPr>
          <a:xfrm>
            <a:off x="731520" y="1691640"/>
            <a:ext cx="1069848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GB" sz="1600" dirty="0">
                <a:solidFill>
                  <a:srgbClr val="6B7079"/>
                </a:solidFill>
                <a:latin typeface="Inter"/>
              </a:rPr>
              <a:t>A data consultancy based in Pretoria, founded by our very own University of Pretoria computer science graduates Mark Botros and Inge Odendaal.</a:t>
            </a:r>
            <a:endParaRPr sz="1600" b="0" dirty="0">
              <a:solidFill>
                <a:srgbClr val="6B7079"/>
              </a:solidFill>
              <a:latin typeface="Inter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D25A3A-F72E-87C4-2252-9B7C404625E5}"/>
              </a:ext>
            </a:extLst>
          </p:cNvPr>
          <p:cNvGrpSpPr/>
          <p:nvPr/>
        </p:nvGrpSpPr>
        <p:grpSpPr>
          <a:xfrm>
            <a:off x="4206240" y="3546085"/>
            <a:ext cx="7223760" cy="2028652"/>
            <a:chOff x="2484424" y="3611879"/>
            <a:chExt cx="7223760" cy="2028652"/>
          </a:xfrm>
        </p:grpSpPr>
        <p:cxnSp>
          <p:nvCxnSpPr>
            <p:cNvPr id="29" name="Connector 9">
              <a:extLst>
                <a:ext uri="{FF2B5EF4-FFF2-40B4-BE49-F238E27FC236}">
                  <a16:creationId xmlns:a16="http://schemas.microsoft.com/office/drawing/2014/main" id="{8D53E48C-E075-C8CF-B908-90C218B097E0}"/>
                </a:ext>
              </a:extLst>
            </p:cNvPr>
            <p:cNvCxnSpPr/>
            <p:nvPr/>
          </p:nvCxnSpPr>
          <p:spPr>
            <a:xfrm>
              <a:off x="4084624" y="4023360"/>
              <a:ext cx="1554480" cy="0"/>
            </a:xfrm>
            <a:prstGeom prst="line">
              <a:avLst/>
            </a:prstGeom>
            <a:ln w="12700">
              <a:solidFill>
                <a:srgbClr val="26282C"/>
              </a:solidFill>
              <a:tailEnd type="triangle" w="med" len="med"/>
            </a:ln>
            <a:effectLst/>
          </p:spPr>
        </p:cxnSp>
        <p:cxnSp>
          <p:nvCxnSpPr>
            <p:cNvPr id="30" name="Connector 10">
              <a:extLst>
                <a:ext uri="{FF2B5EF4-FFF2-40B4-BE49-F238E27FC236}">
                  <a16:creationId xmlns:a16="http://schemas.microsoft.com/office/drawing/2014/main" id="{5AA7B9B1-2738-044E-2687-CC123F887A5E}"/>
                </a:ext>
              </a:extLst>
            </p:cNvPr>
            <p:cNvCxnSpPr/>
            <p:nvPr/>
          </p:nvCxnSpPr>
          <p:spPr>
            <a:xfrm>
              <a:off x="6553504" y="4023360"/>
              <a:ext cx="1554480" cy="0"/>
            </a:xfrm>
            <a:prstGeom prst="line">
              <a:avLst/>
            </a:prstGeom>
            <a:ln w="12700">
              <a:solidFill>
                <a:srgbClr val="26282C"/>
              </a:solidFill>
              <a:tailEnd type="triangle" w="med" len="med"/>
            </a:ln>
            <a:effectLst/>
          </p:spPr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C14B061-5AB1-A8E9-9C8F-31824120B1BD}"/>
                </a:ext>
              </a:extLst>
            </p:cNvPr>
            <p:cNvSpPr/>
            <p:nvPr/>
          </p:nvSpPr>
          <p:spPr>
            <a:xfrm>
              <a:off x="3215944" y="3611879"/>
              <a:ext cx="822960" cy="82296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6282C"/>
              </a:solidFill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r>
                <a:rPr sz="1600" b="1">
                  <a:solidFill>
                    <a:srgbClr val="26282C"/>
                  </a:solidFill>
                  <a:latin typeface="Inter"/>
                </a:rPr>
                <a:t>01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085609F-4A45-AB8A-0BD6-29B7BC7FB93D}"/>
                </a:ext>
              </a:extLst>
            </p:cNvPr>
            <p:cNvSpPr txBox="1"/>
            <p:nvPr/>
          </p:nvSpPr>
          <p:spPr>
            <a:xfrm>
              <a:off x="2484424" y="4800600"/>
              <a:ext cx="2286000" cy="2616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ZA" sz="1700" b="1" dirty="0">
                  <a:solidFill>
                    <a:srgbClr val="26282C"/>
                  </a:solidFill>
                  <a:latin typeface="Inter"/>
                </a:rPr>
                <a:t>Initial Screening</a:t>
              </a:r>
              <a:endParaRPr sz="1700" b="1" dirty="0">
                <a:solidFill>
                  <a:srgbClr val="26282C"/>
                </a:solidFill>
                <a:latin typeface="Inter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F068D3-BDAD-358A-A2FC-F7CFB79A19ED}"/>
                </a:ext>
              </a:extLst>
            </p:cNvPr>
            <p:cNvSpPr txBox="1"/>
            <p:nvPr/>
          </p:nvSpPr>
          <p:spPr>
            <a:xfrm>
              <a:off x="2484424" y="5212080"/>
              <a:ext cx="2286000" cy="4284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ZA" sz="1200" b="0" dirty="0">
                  <a:solidFill>
                    <a:srgbClr val="6B7079"/>
                  </a:solidFill>
                  <a:latin typeface="Inter"/>
                </a:rPr>
                <a:t>Application Review</a:t>
              </a:r>
              <a:br>
                <a:rPr lang="en-ZA" sz="1200" b="0" dirty="0">
                  <a:solidFill>
                    <a:srgbClr val="6B7079"/>
                  </a:solidFill>
                  <a:latin typeface="Inter"/>
                </a:rPr>
              </a:br>
              <a:r>
                <a:rPr lang="en-ZA" sz="1200" b="0" dirty="0">
                  <a:solidFill>
                    <a:srgbClr val="6B7079"/>
                  </a:solidFill>
                  <a:latin typeface="Inter"/>
                </a:rPr>
                <a:t>Reference Check</a:t>
              </a:r>
              <a:endParaRPr sz="1200" b="0" dirty="0">
                <a:solidFill>
                  <a:srgbClr val="6B7079"/>
                </a:solidFill>
                <a:latin typeface="Inter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8D29ADC-0E15-396E-7559-D6958E3FC859}"/>
                </a:ext>
              </a:extLst>
            </p:cNvPr>
            <p:cNvSpPr/>
            <p:nvPr/>
          </p:nvSpPr>
          <p:spPr>
            <a:xfrm>
              <a:off x="5684824" y="3611879"/>
              <a:ext cx="822960" cy="82296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6282C"/>
              </a:solidFill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r>
                <a:rPr sz="1600" b="1">
                  <a:solidFill>
                    <a:srgbClr val="26282C"/>
                  </a:solidFill>
                  <a:latin typeface="Inter"/>
                </a:rPr>
                <a:t>02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5F5BBF-E8D2-BB3A-BFE3-0E4D1ADD58F9}"/>
                </a:ext>
              </a:extLst>
            </p:cNvPr>
            <p:cNvSpPr txBox="1"/>
            <p:nvPr/>
          </p:nvSpPr>
          <p:spPr>
            <a:xfrm>
              <a:off x="4953304" y="4800600"/>
              <a:ext cx="2286000" cy="2616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ZA" sz="1700" b="1" dirty="0">
                  <a:solidFill>
                    <a:srgbClr val="26282C"/>
                  </a:solidFill>
                  <a:latin typeface="Inter"/>
                </a:rPr>
                <a:t>Interviews</a:t>
              </a:r>
              <a:endParaRPr sz="1700" b="1" dirty="0">
                <a:solidFill>
                  <a:srgbClr val="26282C"/>
                </a:solidFill>
                <a:latin typeface="Inter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76B58C-A492-98DA-170F-E93EF7CAA00F}"/>
                </a:ext>
              </a:extLst>
            </p:cNvPr>
            <p:cNvSpPr txBox="1"/>
            <p:nvPr/>
          </p:nvSpPr>
          <p:spPr>
            <a:xfrm>
              <a:off x="4953304" y="5212080"/>
              <a:ext cx="2286000" cy="4284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ZA" sz="1200" b="0" dirty="0">
                  <a:solidFill>
                    <a:srgbClr val="6B7079"/>
                  </a:solidFill>
                  <a:latin typeface="Inter"/>
                </a:rPr>
                <a:t>Behavioural Interview</a:t>
              </a:r>
              <a:br>
                <a:rPr lang="en-ZA" sz="1200" b="0" dirty="0">
                  <a:solidFill>
                    <a:srgbClr val="6B7079"/>
                  </a:solidFill>
                  <a:latin typeface="Inter"/>
                </a:rPr>
              </a:br>
              <a:r>
                <a:rPr lang="en-ZA" sz="1200" b="0" dirty="0">
                  <a:solidFill>
                    <a:srgbClr val="6B7079"/>
                  </a:solidFill>
                  <a:latin typeface="Inter"/>
                </a:rPr>
                <a:t>Technical Interview</a:t>
              </a:r>
              <a:endParaRPr sz="1200" b="0" dirty="0">
                <a:solidFill>
                  <a:srgbClr val="6B7079"/>
                </a:solidFill>
                <a:latin typeface="Inter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D8979DA-2B6C-2EFF-65AB-B38AD54F6456}"/>
                </a:ext>
              </a:extLst>
            </p:cNvPr>
            <p:cNvSpPr/>
            <p:nvPr/>
          </p:nvSpPr>
          <p:spPr>
            <a:xfrm>
              <a:off x="8153704" y="3611879"/>
              <a:ext cx="822960" cy="82296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6282C"/>
              </a:solidFill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r>
                <a:rPr sz="1600" b="1" dirty="0">
                  <a:solidFill>
                    <a:srgbClr val="26282C"/>
                  </a:solidFill>
                  <a:latin typeface="Inter"/>
                </a:rPr>
                <a:t>03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60B3241-535A-0413-D995-9D6BA95E08DF}"/>
                </a:ext>
              </a:extLst>
            </p:cNvPr>
            <p:cNvSpPr txBox="1"/>
            <p:nvPr/>
          </p:nvSpPr>
          <p:spPr>
            <a:xfrm>
              <a:off x="7422184" y="4800600"/>
              <a:ext cx="2286000" cy="2616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ZA" sz="1700" b="1" dirty="0">
                  <a:solidFill>
                    <a:srgbClr val="26282C"/>
                  </a:solidFill>
                  <a:latin typeface="Inter"/>
                </a:rPr>
                <a:t>Final Decision</a:t>
              </a:r>
              <a:endParaRPr sz="1700" b="1" dirty="0">
                <a:solidFill>
                  <a:srgbClr val="26282C"/>
                </a:solidFill>
                <a:latin typeface="Inter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38B27EA-BFED-F9E7-AED5-D19F6D329ECC}"/>
                </a:ext>
              </a:extLst>
            </p:cNvPr>
            <p:cNvSpPr txBox="1"/>
            <p:nvPr/>
          </p:nvSpPr>
          <p:spPr>
            <a:xfrm>
              <a:off x="7422184" y="5212080"/>
              <a:ext cx="2286000" cy="4284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ZA" sz="1200" b="0" dirty="0">
                  <a:solidFill>
                    <a:srgbClr val="6B7079"/>
                  </a:solidFill>
                  <a:latin typeface="Inter"/>
                </a:rPr>
                <a:t>Approved?</a:t>
              </a:r>
            </a:p>
            <a:p>
              <a:pPr algn="ctr">
                <a:lnSpc>
                  <a:spcPct val="120000"/>
                </a:lnSpc>
              </a:pPr>
              <a:r>
                <a:rPr lang="en-ZA" sz="1200" dirty="0">
                  <a:solidFill>
                    <a:srgbClr val="6B7079"/>
                  </a:solidFill>
                  <a:latin typeface="Inter"/>
                </a:rPr>
                <a:t>Rejected?</a:t>
              </a:r>
              <a:endParaRPr sz="1200" b="0" dirty="0">
                <a:solidFill>
                  <a:srgbClr val="6B7079"/>
                </a:solidFill>
                <a:latin typeface="Inter"/>
              </a:endParaRPr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56E8C405-CAB3-ACEA-3DC7-C10E58BDEE22}"/>
              </a:ext>
            </a:extLst>
          </p:cNvPr>
          <p:cNvSpPr/>
          <p:nvPr/>
        </p:nvSpPr>
        <p:spPr>
          <a:xfrm rot="180000">
            <a:off x="812087" y="2697720"/>
            <a:ext cx="3130707" cy="3160810"/>
          </a:xfrm>
          <a:prstGeom prst="rect">
            <a:avLst/>
          </a:prstGeom>
          <a:solidFill>
            <a:srgbClr val="6B7079"/>
          </a:solidFill>
          <a:ln>
            <a:noFill/>
          </a:ln>
          <a:effectLst/>
        </p:spPr>
        <p:txBody>
          <a:bodyPr wrap="square" lIns="146304" tIns="146304" rIns="146304" bIns="146304" rtlCol="0" anchor="ctr"/>
          <a:lstStyle/>
          <a:p>
            <a:pPr algn="l">
              <a:lnSpc>
                <a:spcPct val="110000"/>
              </a:lnSpc>
            </a:pPr>
            <a:endParaRPr sz="1200" b="0" dirty="0">
              <a:solidFill>
                <a:srgbClr val="6B7079"/>
              </a:solidFill>
              <a:latin typeface="Inter"/>
            </a:endParaRPr>
          </a:p>
        </p:txBody>
      </p:sp>
      <p:pic>
        <p:nvPicPr>
          <p:cNvPr id="75" name="Picture 74" descr="Tyto Insights - Pretoria-based data consultancy for South Africa">
            <a:extLst>
              <a:ext uri="{FF2B5EF4-FFF2-40B4-BE49-F238E27FC236}">
                <a16:creationId xmlns:a16="http://schemas.microsoft.com/office/drawing/2014/main" id="{CC0FC27A-8DBF-F998-F183-7FC74A8A50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29"/>
          <a:stretch>
            <a:fillRect/>
          </a:stretch>
        </p:blipFill>
        <p:spPr>
          <a:xfrm rot="21540000">
            <a:off x="985444" y="2536267"/>
            <a:ext cx="2786972" cy="3474720"/>
          </a:xfrm>
          <a:prstGeom prst="rect">
            <a:avLst/>
          </a:prstGeom>
        </p:spPr>
      </p:pic>
      <p:sp>
        <p:nvSpPr>
          <p:cNvPr id="81" name="Freeform 16">
            <a:extLst>
              <a:ext uri="{FF2B5EF4-FFF2-40B4-BE49-F238E27FC236}">
                <a16:creationId xmlns:a16="http://schemas.microsoft.com/office/drawing/2014/main" id="{11C43E98-0CB8-949D-D4E1-DE318D42380A}"/>
              </a:ext>
            </a:extLst>
          </p:cNvPr>
          <p:cNvSpPr/>
          <p:nvPr/>
        </p:nvSpPr>
        <p:spPr>
          <a:xfrm>
            <a:off x="891172" y="2540246"/>
            <a:ext cx="2911354" cy="3494794"/>
          </a:xfrm>
          <a:custGeom>
            <a:avLst/>
            <a:gdLst/>
            <a:ahLst/>
            <a:cxnLst/>
            <a:rect l="l" t="t" r="r" b="b"/>
            <a:pathLst>
              <a:path w="3444820" h="3319573">
                <a:moveTo>
                  <a:pt x="11255" y="29040"/>
                </a:moveTo>
                <a:lnTo>
                  <a:pt x="1706299" y="22502"/>
                </a:lnTo>
                <a:lnTo>
                  <a:pt x="3440315" y="41496"/>
                </a:lnTo>
                <a:lnTo>
                  <a:pt x="3417015" y="1685596"/>
                </a:lnTo>
                <a:lnTo>
                  <a:pt x="3444820" y="3319573"/>
                </a:lnTo>
                <a:lnTo>
                  <a:pt x="1715856" y="3307749"/>
                </a:lnTo>
                <a:lnTo>
                  <a:pt x="0" y="3318803"/>
                </a:lnTo>
                <a:lnTo>
                  <a:pt x="2535" y="1655494"/>
                </a:lnTo>
                <a:lnTo>
                  <a:pt x="70719" y="0"/>
                </a:lnTo>
              </a:path>
            </a:pathLst>
          </a:custGeom>
          <a:noFill/>
          <a:ln w="12700">
            <a:solidFill>
              <a:srgbClr val="26282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552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17CE-A179-5F76-3B75-CB9B059D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light.png">
            <a:extLst>
              <a:ext uri="{FF2B5EF4-FFF2-40B4-BE49-F238E27FC236}">
                <a16:creationId xmlns:a16="http://schemas.microsoft.com/office/drawing/2014/main" id="{9FDF055A-18D1-A383-79EF-1990E843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88CC3161-B6E0-6306-3409-31B8C8CA26BF}"/>
              </a:ext>
            </a:extLst>
          </p:cNvPr>
          <p:cNvGrpSpPr/>
          <p:nvPr/>
        </p:nvGrpSpPr>
        <p:grpSpPr>
          <a:xfrm>
            <a:off x="1088606" y="1710867"/>
            <a:ext cx="3889246" cy="3352771"/>
            <a:chOff x="745340" y="1710867"/>
            <a:chExt cx="3889246" cy="335277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9903903-FD49-0B5F-407F-EF0DF1419696}"/>
                </a:ext>
              </a:extLst>
            </p:cNvPr>
            <p:cNvSpPr/>
            <p:nvPr/>
          </p:nvSpPr>
          <p:spPr>
            <a:xfrm>
              <a:off x="777445" y="1737715"/>
              <a:ext cx="3852189" cy="329463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FF3DE8-B357-6842-6058-5D15538E87CC}"/>
                </a:ext>
              </a:extLst>
            </p:cNvPr>
            <p:cNvGrpSpPr/>
            <p:nvPr/>
          </p:nvGrpSpPr>
          <p:grpSpPr>
            <a:xfrm>
              <a:off x="745340" y="1710867"/>
              <a:ext cx="3889246" cy="3352771"/>
              <a:chOff x="7557414" y="1707168"/>
              <a:chExt cx="3889246" cy="3352771"/>
            </a:xfrm>
          </p:grpSpPr>
          <p:sp>
            <p:nvSpPr>
              <p:cNvPr id="36" name="Freeform 6">
                <a:extLst>
                  <a:ext uri="{FF2B5EF4-FFF2-40B4-BE49-F238E27FC236}">
                    <a16:creationId xmlns:a16="http://schemas.microsoft.com/office/drawing/2014/main" id="{E35A7926-5A89-2019-104D-EDD4F62B8C76}"/>
                  </a:ext>
                </a:extLst>
              </p:cNvPr>
              <p:cNvSpPr/>
              <p:nvPr/>
            </p:nvSpPr>
            <p:spPr>
              <a:xfrm>
                <a:off x="7571281" y="1710867"/>
                <a:ext cx="3875379" cy="3321501"/>
              </a:xfrm>
              <a:custGeom>
                <a:avLst/>
                <a:gdLst/>
                <a:ahLst/>
                <a:cxnLst/>
                <a:rect l="l" t="t" r="r" b="b"/>
                <a:pathLst>
                  <a:path w="3875379" h="3321501">
                    <a:moveTo>
                      <a:pt x="0" y="38249"/>
                    </a:moveTo>
                    <a:lnTo>
                      <a:pt x="1311060" y="38273"/>
                    </a:lnTo>
                    <a:lnTo>
                      <a:pt x="2563285" y="18077"/>
                    </a:lnTo>
                    <a:lnTo>
                      <a:pt x="3866638" y="11758"/>
                    </a:lnTo>
                    <a:lnTo>
                      <a:pt x="3857991" y="1671266"/>
                    </a:lnTo>
                    <a:lnTo>
                      <a:pt x="3875379" y="3321501"/>
                    </a:lnTo>
                    <a:lnTo>
                      <a:pt x="2591629" y="3311149"/>
                    </a:lnTo>
                    <a:lnTo>
                      <a:pt x="1308981" y="3315296"/>
                    </a:lnTo>
                    <a:lnTo>
                      <a:pt x="33482" y="3303371"/>
                    </a:lnTo>
                    <a:lnTo>
                      <a:pt x="30174" y="1661747"/>
                    </a:lnTo>
                    <a:lnTo>
                      <a:pt x="74689" y="0"/>
                    </a:lnTo>
                  </a:path>
                </a:pathLst>
              </a:custGeom>
              <a:noFill/>
              <a:ln w="15875">
                <a:solidFill>
                  <a:srgbClr val="26282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B993A1C1-A213-59BA-FB1A-95D75706B557}"/>
                  </a:ext>
                </a:extLst>
              </p:cNvPr>
              <p:cNvSpPr/>
              <p:nvPr/>
            </p:nvSpPr>
            <p:spPr>
              <a:xfrm>
                <a:off x="7557414" y="1707168"/>
                <a:ext cx="3870428" cy="3352771"/>
              </a:xfrm>
              <a:custGeom>
                <a:avLst/>
                <a:gdLst/>
                <a:ahLst/>
                <a:cxnLst/>
                <a:rect l="l" t="t" r="r" b="b"/>
                <a:pathLst>
                  <a:path w="3870428" h="3352771">
                    <a:moveTo>
                      <a:pt x="9560" y="52050"/>
                    </a:moveTo>
                    <a:lnTo>
                      <a:pt x="1299849" y="17732"/>
                    </a:lnTo>
                    <a:lnTo>
                      <a:pt x="2564512" y="17399"/>
                    </a:lnTo>
                    <a:lnTo>
                      <a:pt x="3870428" y="44356"/>
                    </a:lnTo>
                    <a:lnTo>
                      <a:pt x="3863349" y="1688429"/>
                    </a:lnTo>
                    <a:lnTo>
                      <a:pt x="3846629" y="3315068"/>
                    </a:lnTo>
                    <a:lnTo>
                      <a:pt x="2589908" y="3352771"/>
                    </a:lnTo>
                    <a:lnTo>
                      <a:pt x="1333975" y="3332166"/>
                    </a:lnTo>
                    <a:lnTo>
                      <a:pt x="0" y="3313942"/>
                    </a:lnTo>
                    <a:lnTo>
                      <a:pt x="45932" y="1658828"/>
                    </a:lnTo>
                    <a:lnTo>
                      <a:pt x="91191" y="0"/>
                    </a:lnTo>
                  </a:path>
                </a:pathLst>
              </a:custGeom>
              <a:noFill/>
              <a:ln w="6350">
                <a:solidFill>
                  <a:srgbClr val="6B707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8" name="Connector 8">
                <a:extLst>
                  <a:ext uri="{FF2B5EF4-FFF2-40B4-BE49-F238E27FC236}">
                    <a16:creationId xmlns:a16="http://schemas.microsoft.com/office/drawing/2014/main" id="{5742DEBC-7148-3233-0E10-4D8827F88448}"/>
                  </a:ext>
                </a:extLst>
              </p:cNvPr>
              <p:cNvCxnSpPr/>
              <p:nvPr/>
            </p:nvCxnSpPr>
            <p:spPr>
              <a:xfrm>
                <a:off x="7589520" y="2286000"/>
                <a:ext cx="3840480" cy="0"/>
              </a:xfrm>
              <a:prstGeom prst="line">
                <a:avLst/>
              </a:prstGeom>
              <a:ln w="9525">
                <a:solidFill>
                  <a:srgbClr val="26282C"/>
                </a:solidFill>
              </a:ln>
              <a:effectLst/>
            </p:spPr>
          </p:cxn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C7D9D9-1FFD-6CCA-2203-8496C987E477}"/>
                </a:ext>
              </a:extLst>
            </p:cNvPr>
            <p:cNvSpPr/>
            <p:nvPr/>
          </p:nvSpPr>
          <p:spPr>
            <a:xfrm>
              <a:off x="775288" y="1737716"/>
              <a:ext cx="3840480" cy="5751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r>
                <a:rPr lang="en-ZA" sz="2400" b="1" dirty="0" err="1">
                  <a:solidFill>
                    <a:srgbClr val="26282C"/>
                  </a:solidFill>
                  <a:latin typeface="Courier New"/>
                </a:rPr>
                <a:t>TividyEngine</a:t>
              </a:r>
              <a:endParaRPr sz="2400" b="1" dirty="0">
                <a:solidFill>
                  <a:srgbClr val="26282C"/>
                </a:solidFill>
                <a:latin typeface="Courier New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6A9EEDC-7CEF-9DA4-5F55-D0201A32C9EA}"/>
              </a:ext>
            </a:extLst>
          </p:cNvPr>
          <p:cNvGrpSpPr/>
          <p:nvPr/>
        </p:nvGrpSpPr>
        <p:grpSpPr>
          <a:xfrm>
            <a:off x="7232949" y="1707168"/>
            <a:ext cx="3889246" cy="3352771"/>
            <a:chOff x="7557414" y="1707168"/>
            <a:chExt cx="3889246" cy="335277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09A285E-D515-0015-66DE-24AD236296DC}"/>
                </a:ext>
              </a:extLst>
            </p:cNvPr>
            <p:cNvSpPr/>
            <p:nvPr/>
          </p:nvSpPr>
          <p:spPr>
            <a:xfrm>
              <a:off x="7606180" y="1737714"/>
              <a:ext cx="3840480" cy="3321493"/>
            </a:xfrm>
            <a:prstGeom prst="rect">
              <a:avLst/>
            </a:prstGeom>
            <a:solidFill>
              <a:srgbClr val="DCE6F0"/>
            </a:solidFill>
            <a:ln w="12700">
              <a:solidFill>
                <a:srgbClr val="26282C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9F1B9FE-E4D5-3BC8-F5AD-27EF8FC424E1}"/>
                </a:ext>
              </a:extLst>
            </p:cNvPr>
            <p:cNvGrpSpPr/>
            <p:nvPr/>
          </p:nvGrpSpPr>
          <p:grpSpPr>
            <a:xfrm>
              <a:off x="7557414" y="1707168"/>
              <a:ext cx="3889246" cy="3352771"/>
              <a:chOff x="7557414" y="1707168"/>
              <a:chExt cx="3889246" cy="335277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7760F2E-5E40-7125-DC5F-B6FF26D7AB11}"/>
                  </a:ext>
                </a:extLst>
              </p:cNvPr>
              <p:cNvSpPr/>
              <p:nvPr/>
            </p:nvSpPr>
            <p:spPr>
              <a:xfrm>
                <a:off x="7571281" y="1710867"/>
                <a:ext cx="3875379" cy="3321501"/>
              </a:xfrm>
              <a:custGeom>
                <a:avLst/>
                <a:gdLst/>
                <a:ahLst/>
                <a:cxnLst/>
                <a:rect l="l" t="t" r="r" b="b"/>
                <a:pathLst>
                  <a:path w="3875379" h="3321501">
                    <a:moveTo>
                      <a:pt x="0" y="38249"/>
                    </a:moveTo>
                    <a:lnTo>
                      <a:pt x="1311060" y="38273"/>
                    </a:lnTo>
                    <a:lnTo>
                      <a:pt x="2563285" y="18077"/>
                    </a:lnTo>
                    <a:lnTo>
                      <a:pt x="3866638" y="11758"/>
                    </a:lnTo>
                    <a:lnTo>
                      <a:pt x="3857991" y="1671266"/>
                    </a:lnTo>
                    <a:lnTo>
                      <a:pt x="3875379" y="3321501"/>
                    </a:lnTo>
                    <a:lnTo>
                      <a:pt x="2591629" y="3311149"/>
                    </a:lnTo>
                    <a:lnTo>
                      <a:pt x="1308981" y="3315296"/>
                    </a:lnTo>
                    <a:lnTo>
                      <a:pt x="33482" y="3303371"/>
                    </a:lnTo>
                    <a:lnTo>
                      <a:pt x="30174" y="1661747"/>
                    </a:lnTo>
                    <a:lnTo>
                      <a:pt x="74689" y="0"/>
                    </a:lnTo>
                  </a:path>
                </a:pathLst>
              </a:custGeom>
              <a:noFill/>
              <a:ln w="15875">
                <a:solidFill>
                  <a:srgbClr val="26282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CA644BA9-C4E8-3EE8-4E7F-0D180D756319}"/>
                  </a:ext>
                </a:extLst>
              </p:cNvPr>
              <p:cNvSpPr/>
              <p:nvPr/>
            </p:nvSpPr>
            <p:spPr>
              <a:xfrm>
                <a:off x="7557414" y="1707168"/>
                <a:ext cx="3870428" cy="3352771"/>
              </a:xfrm>
              <a:custGeom>
                <a:avLst/>
                <a:gdLst/>
                <a:ahLst/>
                <a:cxnLst/>
                <a:rect l="l" t="t" r="r" b="b"/>
                <a:pathLst>
                  <a:path w="3870428" h="3352771">
                    <a:moveTo>
                      <a:pt x="9560" y="52050"/>
                    </a:moveTo>
                    <a:lnTo>
                      <a:pt x="1299849" y="17732"/>
                    </a:lnTo>
                    <a:lnTo>
                      <a:pt x="2564512" y="17399"/>
                    </a:lnTo>
                    <a:lnTo>
                      <a:pt x="3870428" y="44356"/>
                    </a:lnTo>
                    <a:lnTo>
                      <a:pt x="3863349" y="1688429"/>
                    </a:lnTo>
                    <a:lnTo>
                      <a:pt x="3846629" y="3315068"/>
                    </a:lnTo>
                    <a:lnTo>
                      <a:pt x="2589908" y="3352771"/>
                    </a:lnTo>
                    <a:lnTo>
                      <a:pt x="1333975" y="3332166"/>
                    </a:lnTo>
                    <a:lnTo>
                      <a:pt x="0" y="3313942"/>
                    </a:lnTo>
                    <a:lnTo>
                      <a:pt x="45932" y="1658828"/>
                    </a:lnTo>
                    <a:lnTo>
                      <a:pt x="91191" y="0"/>
                    </a:lnTo>
                  </a:path>
                </a:pathLst>
              </a:custGeom>
              <a:noFill/>
              <a:ln w="6350">
                <a:solidFill>
                  <a:srgbClr val="6B707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" name="Connector 8">
                <a:extLst>
                  <a:ext uri="{FF2B5EF4-FFF2-40B4-BE49-F238E27FC236}">
                    <a16:creationId xmlns:a16="http://schemas.microsoft.com/office/drawing/2014/main" id="{6E9C3C7E-F8FE-504C-F2F1-A6157C7D7AB0}"/>
                  </a:ext>
                </a:extLst>
              </p:cNvPr>
              <p:cNvCxnSpPr/>
              <p:nvPr/>
            </p:nvCxnSpPr>
            <p:spPr>
              <a:xfrm>
                <a:off x="7589520" y="2286000"/>
                <a:ext cx="3840480" cy="0"/>
              </a:xfrm>
              <a:prstGeom prst="line">
                <a:avLst/>
              </a:prstGeom>
              <a:ln w="9525">
                <a:solidFill>
                  <a:srgbClr val="26282C"/>
                </a:solidFill>
              </a:ln>
              <a:effectLst/>
            </p:spPr>
          </p:cxn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A3CE60C-C621-EADA-78AD-F64630FB817E}"/>
                </a:ext>
              </a:extLst>
            </p:cNvPr>
            <p:cNvSpPr/>
            <p:nvPr/>
          </p:nvSpPr>
          <p:spPr>
            <a:xfrm>
              <a:off x="7606180" y="1737716"/>
              <a:ext cx="3840480" cy="5751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r>
                <a:rPr lang="en-ZA" sz="2400" b="1" dirty="0">
                  <a:solidFill>
                    <a:srgbClr val="26282C"/>
                  </a:solidFill>
                  <a:latin typeface="Courier New"/>
                </a:rPr>
                <a:t>Scenario</a:t>
              </a:r>
              <a:endParaRPr sz="2400" b="1" dirty="0">
                <a:solidFill>
                  <a:srgbClr val="26282C"/>
                </a:solidFill>
                <a:latin typeface="Courier New"/>
              </a:endParaRPr>
            </a:p>
          </p:txBody>
        </p:sp>
      </p:grpSp>
      <p:cxnSp>
        <p:nvCxnSpPr>
          <p:cNvPr id="49" name="Connector 13">
            <a:extLst>
              <a:ext uri="{FF2B5EF4-FFF2-40B4-BE49-F238E27FC236}">
                <a16:creationId xmlns:a16="http://schemas.microsoft.com/office/drawing/2014/main" id="{46657C5B-34E3-3447-8691-284FF4256D5A}"/>
              </a:ext>
            </a:extLst>
          </p:cNvPr>
          <p:cNvCxnSpPr>
            <a:cxnSpLocks/>
          </p:cNvCxnSpPr>
          <p:nvPr/>
        </p:nvCxnSpPr>
        <p:spPr>
          <a:xfrm>
            <a:off x="4959034" y="3429000"/>
            <a:ext cx="2322681" cy="0"/>
          </a:xfrm>
          <a:prstGeom prst="line">
            <a:avLst/>
          </a:prstGeom>
          <a:ln w="12700">
            <a:solidFill>
              <a:srgbClr val="26282C"/>
            </a:solidFill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534AE7-B36F-E686-4F4C-E77B2FBCA4FA}"/>
              </a:ext>
            </a:extLst>
          </p:cNvPr>
          <p:cNvSpPr txBox="1"/>
          <p:nvPr/>
        </p:nvSpPr>
        <p:spPr>
          <a:xfrm>
            <a:off x="5821527" y="3172947"/>
            <a:ext cx="548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2B5C8A"/>
                </a:solidFill>
                <a:latin typeface="Courier New"/>
              </a:rPr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2077785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B04A-8631-62DA-2DC9-248A0D66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id_dark.png">
            <a:extLst>
              <a:ext uri="{FF2B5EF4-FFF2-40B4-BE49-F238E27FC236}">
                <a16:creationId xmlns:a16="http://schemas.microsoft.com/office/drawing/2014/main" id="{DA426CAE-CFD2-605F-E400-CF301F79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078C83-C761-E209-2DC4-E3A0BA3688C4}"/>
              </a:ext>
            </a:extLst>
          </p:cNvPr>
          <p:cNvSpPr txBox="1"/>
          <p:nvPr/>
        </p:nvSpPr>
        <p:spPr>
          <a:xfrm>
            <a:off x="663566" y="1890117"/>
            <a:ext cx="8016541" cy="307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0000" b="1" dirty="0">
                <a:solidFill>
                  <a:srgbClr val="FFFFFF"/>
                </a:solidFill>
                <a:latin typeface="Inter"/>
              </a:rPr>
              <a:t>Any questions?</a:t>
            </a:r>
            <a:endParaRPr sz="100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E764D92-39B0-B44C-D2F8-B5295E9FD665}"/>
              </a:ext>
            </a:extLst>
          </p:cNvPr>
          <p:cNvSpPr/>
          <p:nvPr/>
        </p:nvSpPr>
        <p:spPr>
          <a:xfrm>
            <a:off x="8029209" y="1545312"/>
            <a:ext cx="3499225" cy="3500814"/>
          </a:xfrm>
          <a:custGeom>
            <a:avLst/>
            <a:gdLst/>
            <a:ahLst/>
            <a:cxnLst/>
            <a:rect l="l" t="t" r="r" b="b"/>
            <a:pathLst>
              <a:path w="3499225" h="3500814">
                <a:moveTo>
                  <a:pt x="12468" y="23467"/>
                </a:moveTo>
                <a:lnTo>
                  <a:pt x="1772445" y="14907"/>
                </a:lnTo>
                <a:lnTo>
                  <a:pt x="3499225" y="12256"/>
                </a:lnTo>
                <a:lnTo>
                  <a:pt x="3479076" y="1729523"/>
                </a:lnTo>
                <a:lnTo>
                  <a:pt x="3474597" y="3498891"/>
                </a:lnTo>
                <a:lnTo>
                  <a:pt x="1762221" y="3500814"/>
                </a:lnTo>
                <a:lnTo>
                  <a:pt x="0" y="3488869"/>
                </a:lnTo>
                <a:lnTo>
                  <a:pt x="16861" y="1754958"/>
                </a:lnTo>
                <a:lnTo>
                  <a:pt x="65751" y="0"/>
                </a:lnTo>
              </a:path>
            </a:pathLst>
          </a:custGeom>
          <a:noFill/>
          <a:ln w="12700">
            <a:solidFill>
              <a:srgbClr val="DCE6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5D201D0-6918-1F67-47DC-B4D8EA201FC4}"/>
              </a:ext>
            </a:extLst>
          </p:cNvPr>
          <p:cNvSpPr/>
          <p:nvPr/>
        </p:nvSpPr>
        <p:spPr>
          <a:xfrm>
            <a:off x="8579824" y="2071384"/>
            <a:ext cx="2403702" cy="2422749"/>
          </a:xfrm>
          <a:custGeom>
            <a:avLst/>
            <a:gdLst/>
            <a:ahLst/>
            <a:cxnLst/>
            <a:rect l="l" t="t" r="r" b="b"/>
            <a:pathLst>
              <a:path w="2403702" h="2422749">
                <a:moveTo>
                  <a:pt x="0" y="33421"/>
                </a:moveTo>
                <a:lnTo>
                  <a:pt x="1212924" y="46373"/>
                </a:lnTo>
                <a:lnTo>
                  <a:pt x="2401647" y="39186"/>
                </a:lnTo>
                <a:lnTo>
                  <a:pt x="2403702" y="1235635"/>
                </a:lnTo>
                <a:lnTo>
                  <a:pt x="2387556" y="2415947"/>
                </a:lnTo>
                <a:lnTo>
                  <a:pt x="1218916" y="2422749"/>
                </a:lnTo>
                <a:lnTo>
                  <a:pt x="12505" y="2419802"/>
                </a:lnTo>
                <a:lnTo>
                  <a:pt x="28830" y="1223119"/>
                </a:lnTo>
                <a:lnTo>
                  <a:pt x="74970" y="0"/>
                </a:lnTo>
              </a:path>
            </a:pathLst>
          </a:custGeom>
          <a:noFill/>
          <a:ln w="12700">
            <a:solidFill>
              <a:srgbClr val="DCE6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5A3F773D-7137-E133-B425-34FEF8054010}"/>
              </a:ext>
            </a:extLst>
          </p:cNvPr>
          <p:cNvCxnSpPr/>
          <p:nvPr/>
        </p:nvCxnSpPr>
        <p:spPr>
          <a:xfrm>
            <a:off x="7498079" y="3291840"/>
            <a:ext cx="4572001" cy="0"/>
          </a:xfrm>
          <a:prstGeom prst="line">
            <a:avLst/>
          </a:prstGeom>
          <a:ln w="6350">
            <a:solidFill>
              <a:srgbClr val="DCE6F0"/>
            </a:solidFill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4E3D55D-0B51-84E9-5207-1E8A69BFE2A3}"/>
              </a:ext>
            </a:extLst>
          </p:cNvPr>
          <p:cNvSpPr txBox="1"/>
          <p:nvPr/>
        </p:nvSpPr>
        <p:spPr>
          <a:xfrm>
            <a:off x="8412480" y="5841676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>
                <a:solidFill>
                  <a:srgbClr val="DCE6F0"/>
                </a:solidFill>
                <a:latin typeface="Courier New"/>
              </a:rPr>
              <a:t>GITHUB REPO</a:t>
            </a:r>
            <a:r>
              <a:rPr lang="en-ZA" sz="900" b="0" dirty="0">
                <a:solidFill>
                  <a:srgbClr val="DCE6F0"/>
                </a:solidFill>
                <a:latin typeface="Courier New"/>
              </a:rPr>
              <a:t> </a:t>
            </a:r>
            <a:r>
              <a:rPr sz="900" b="0" dirty="0">
                <a:solidFill>
                  <a:srgbClr val="DCE6F0"/>
                </a:solidFill>
                <a:latin typeface="Courier New"/>
              </a:rPr>
              <a:t>QR </a:t>
            </a:r>
            <a:r>
              <a:rPr lang="en-ZA" sz="900" b="0" dirty="0">
                <a:solidFill>
                  <a:srgbClr val="DCE6F0"/>
                </a:solidFill>
                <a:latin typeface="Courier New"/>
              </a:rPr>
              <a:t>CODE</a:t>
            </a:r>
            <a:endParaRPr sz="900" b="0" dirty="0">
              <a:solidFill>
                <a:srgbClr val="DCE6F0"/>
              </a:solidFill>
              <a:latin typeface="Courier New"/>
            </a:endParaRPr>
          </a:p>
        </p:txBody>
      </p:sp>
      <p:cxnSp>
        <p:nvCxnSpPr>
          <p:cNvPr id="37" name="Connector 10">
            <a:extLst>
              <a:ext uri="{FF2B5EF4-FFF2-40B4-BE49-F238E27FC236}">
                <a16:creationId xmlns:a16="http://schemas.microsoft.com/office/drawing/2014/main" id="{AA8BEE6C-1BDA-C157-9B73-CB44EF252980}"/>
              </a:ext>
            </a:extLst>
          </p:cNvPr>
          <p:cNvCxnSpPr/>
          <p:nvPr/>
        </p:nvCxnSpPr>
        <p:spPr>
          <a:xfrm>
            <a:off x="9784080" y="1005840"/>
            <a:ext cx="0" cy="4572000"/>
          </a:xfrm>
          <a:prstGeom prst="line">
            <a:avLst/>
          </a:prstGeom>
          <a:ln w="6350">
            <a:solidFill>
              <a:srgbClr val="DCE6F0"/>
            </a:solidFill>
          </a:ln>
          <a:effectLst/>
        </p:spPr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5F2A9C14-F25A-C05B-7D80-46AA79893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14884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4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1193</Words>
  <Application>Microsoft Office PowerPoint</Application>
  <PresentationFormat>Widescreen</PresentationFormat>
  <Paragraphs>194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Courier New</vt:lpstr>
      <vt:lpstr>Inter</vt:lpstr>
      <vt:lpstr>Office Theme</vt:lpstr>
      <vt:lpstr>PowerPoint Presentation</vt:lpstr>
      <vt:lpstr>“Go play with it.”</vt:lpstr>
      <vt:lpstr>PowerPoint Presentation</vt:lpstr>
      <vt:lpstr>A Generic Workflow Management System </vt:lpstr>
      <vt:lpstr>Builder</vt:lpstr>
      <vt:lpstr>Prototype</vt:lpstr>
      <vt:lpstr>Composite</vt:lpstr>
      <vt:lpstr>Mediator</vt:lpstr>
      <vt:lpstr>Mediator</vt:lpstr>
      <vt:lpstr>State</vt:lpstr>
      <vt:lpstr>State</vt:lpstr>
      <vt:lpstr>Strategy</vt:lpstr>
      <vt:lpstr>Decorator</vt:lpstr>
      <vt:lpstr>Chain of Responsibility</vt:lpstr>
      <vt:lpstr>Template Method</vt:lpstr>
      <vt:lpstr>Command</vt:lpstr>
      <vt:lpstr>Memento</vt:lpstr>
      <vt:lpstr>Template Method</vt:lpstr>
      <vt:lpstr>Façade</vt:lpstr>
      <vt:lpstr>Iterator</vt:lpstr>
      <vt:lpstr>Visitor</vt:lpstr>
      <vt:lpstr>PowerPoint Presentation</vt:lpstr>
      <vt:lpstr>PowerPoint Presentation</vt:lpstr>
      <vt:lpstr>Lights out.</vt:lpstr>
      <vt:lpstr>Tyto Insights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Mr. T Haripersad</cp:lastModifiedBy>
  <cp:revision>2</cp:revision>
  <dcterms:created xsi:type="dcterms:W3CDTF">2013-01-27T09:14:16Z</dcterms:created>
  <dcterms:modified xsi:type="dcterms:W3CDTF">2026-11-01T21:17:30Z</dcterms:modified>
  <cp:category/>
</cp:coreProperties>
</file>